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73" r:id="rId2"/>
    <p:sldId id="278" r:id="rId3"/>
    <p:sldId id="280" r:id="rId4"/>
    <p:sldId id="279" r:id="rId5"/>
    <p:sldId id="272" r:id="rId6"/>
    <p:sldId id="263" r:id="rId7"/>
    <p:sldId id="277" r:id="rId8"/>
    <p:sldId id="282" r:id="rId9"/>
    <p:sldId id="281" r:id="rId10"/>
  </p:sldIdLst>
  <p:sldSz cx="14400213" cy="7578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EF822-C2E4-944F-A899-5DC0D6F3724D}" v="431" dt="2024-06-08T19:46:33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2"/>
    <p:restoredTop sz="94598"/>
  </p:normalViewPr>
  <p:slideViewPr>
    <p:cSldViewPr snapToGrid="0">
      <p:cViewPr varScale="1">
        <p:scale>
          <a:sx n="107" d="100"/>
          <a:sy n="107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REIS" userId="fc21a7d1-6254-43fb-a66d-a9e575a14475" providerId="ADAL" clId="{D5EEB2FA-89A4-5343-8469-ABBBBFE1281D}"/>
    <pc:docChg chg="undo custSel addSld delSld modSld">
      <pc:chgData name="TIAGO REIS" userId="fc21a7d1-6254-43fb-a66d-a9e575a14475" providerId="ADAL" clId="{D5EEB2FA-89A4-5343-8469-ABBBBFE1281D}" dt="2024-05-18T10:19:12.606" v="363" actId="1076"/>
      <pc:docMkLst>
        <pc:docMk/>
      </pc:docMkLst>
      <pc:sldChg chg="delSp del mod">
        <pc:chgData name="TIAGO REIS" userId="fc21a7d1-6254-43fb-a66d-a9e575a14475" providerId="ADAL" clId="{D5EEB2FA-89A4-5343-8469-ABBBBFE1281D}" dt="2024-05-17T13:23:05.670" v="2" actId="2696"/>
        <pc:sldMkLst>
          <pc:docMk/>
          <pc:sldMk cId="3943469174" sldId="256"/>
        </pc:sldMkLst>
        <pc:picChg chg="del">
          <ac:chgData name="TIAGO REIS" userId="fc21a7d1-6254-43fb-a66d-a9e575a14475" providerId="ADAL" clId="{D5EEB2FA-89A4-5343-8469-ABBBBFE1281D}" dt="2024-05-17T13:22:01.724" v="0" actId="478"/>
          <ac:picMkLst>
            <pc:docMk/>
            <pc:sldMk cId="3943469174" sldId="256"/>
            <ac:picMk id="4" creationId="{2B059405-868B-CE89-2447-BECAA40132A9}"/>
          </ac:picMkLst>
        </pc:picChg>
      </pc:sldChg>
      <pc:sldChg chg="add del">
        <pc:chgData name="TIAGO REIS" userId="fc21a7d1-6254-43fb-a66d-a9e575a14475" providerId="ADAL" clId="{D5EEB2FA-89A4-5343-8469-ABBBBFE1281D}" dt="2024-05-17T13:52:53.267" v="57" actId="2696"/>
        <pc:sldMkLst>
          <pc:docMk/>
          <pc:sldMk cId="2604525766" sldId="257"/>
        </pc:sldMkLst>
      </pc:sldChg>
      <pc:sldChg chg="addSp delSp modSp add del mod">
        <pc:chgData name="TIAGO REIS" userId="fc21a7d1-6254-43fb-a66d-a9e575a14475" providerId="ADAL" clId="{D5EEB2FA-89A4-5343-8469-ABBBBFE1281D}" dt="2024-05-18T10:13:36.633" v="270" actId="2696"/>
        <pc:sldMkLst>
          <pc:docMk/>
          <pc:sldMk cId="3369908874" sldId="262"/>
        </pc:sldMkLst>
        <pc:spChg chg="del">
          <ac:chgData name="TIAGO REIS" userId="fc21a7d1-6254-43fb-a66d-a9e575a14475" providerId="ADAL" clId="{D5EEB2FA-89A4-5343-8469-ABBBBFE1281D}" dt="2024-05-17T13:35:35.399" v="22" actId="478"/>
          <ac:spMkLst>
            <pc:docMk/>
            <pc:sldMk cId="3369908874" sldId="262"/>
            <ac:spMk id="7" creationId="{227EC13C-7D45-B38B-39D8-7A39B15DEA88}"/>
          </ac:spMkLst>
        </pc:spChg>
        <pc:spChg chg="del">
          <ac:chgData name="TIAGO REIS" userId="fc21a7d1-6254-43fb-a66d-a9e575a14475" providerId="ADAL" clId="{D5EEB2FA-89A4-5343-8469-ABBBBFE1281D}" dt="2024-05-17T13:35:38.538" v="23" actId="478"/>
          <ac:spMkLst>
            <pc:docMk/>
            <pc:sldMk cId="3369908874" sldId="262"/>
            <ac:spMk id="18" creationId="{B9EACFF5-E677-5006-64D5-D7D65EF0FDF7}"/>
          </ac:spMkLst>
        </pc:spChg>
        <pc:spChg chg="del">
          <ac:chgData name="TIAGO REIS" userId="fc21a7d1-6254-43fb-a66d-a9e575a14475" providerId="ADAL" clId="{D5EEB2FA-89A4-5343-8469-ABBBBFE1281D}" dt="2024-05-17T13:24:06.876" v="13" actId="478"/>
          <ac:spMkLst>
            <pc:docMk/>
            <pc:sldMk cId="3369908874" sldId="262"/>
            <ac:spMk id="1063" creationId="{11CBA77A-CCFB-5E44-B23F-7229ECA5902F}"/>
          </ac:spMkLst>
        </pc:spChg>
        <pc:spChg chg="del">
          <ac:chgData name="TIAGO REIS" userId="fc21a7d1-6254-43fb-a66d-a9e575a14475" providerId="ADAL" clId="{D5EEB2FA-89A4-5343-8469-ABBBBFE1281D}" dt="2024-05-17T13:35:54.632" v="34" actId="478"/>
          <ac:spMkLst>
            <pc:docMk/>
            <pc:sldMk cId="3369908874" sldId="262"/>
            <ac:spMk id="1084" creationId="{91AED6EC-0E2F-E93C-53CA-E0F33E3EE10B}"/>
          </ac:spMkLst>
        </pc:spChg>
        <pc:spChg chg="del">
          <ac:chgData name="TIAGO REIS" userId="fc21a7d1-6254-43fb-a66d-a9e575a14475" providerId="ADAL" clId="{D5EEB2FA-89A4-5343-8469-ABBBBFE1281D}" dt="2024-05-17T13:53:13.771" v="59" actId="478"/>
          <ac:spMkLst>
            <pc:docMk/>
            <pc:sldMk cId="3369908874" sldId="262"/>
            <ac:spMk id="1089" creationId="{2190549C-D6FD-9053-20FC-D2F4153DF867}"/>
          </ac:spMkLst>
        </pc:spChg>
        <pc:picChg chg="add mod">
          <ac:chgData name="TIAGO REIS" userId="fc21a7d1-6254-43fb-a66d-a9e575a14475" providerId="ADAL" clId="{D5EEB2FA-89A4-5343-8469-ABBBBFE1281D}" dt="2024-05-17T13:23:59.819" v="11" actId="1076"/>
          <ac:picMkLst>
            <pc:docMk/>
            <pc:sldMk cId="3369908874" sldId="262"/>
            <ac:picMk id="2" creationId="{4A390CED-8CE4-2D2D-5A98-088E5A543F5D}"/>
          </ac:picMkLst>
        </pc:picChg>
        <pc:picChg chg="add mod">
          <ac:chgData name="TIAGO REIS" userId="fc21a7d1-6254-43fb-a66d-a9e575a14475" providerId="ADAL" clId="{D5EEB2FA-89A4-5343-8469-ABBBBFE1281D}" dt="2024-05-17T13:35:30.298" v="20" actId="1076"/>
          <ac:picMkLst>
            <pc:docMk/>
            <pc:sldMk cId="3369908874" sldId="262"/>
            <ac:picMk id="3" creationId="{A5D454F9-7CF4-EB81-84C7-53AE7055C082}"/>
          </ac:picMkLst>
        </pc:picChg>
        <pc:picChg chg="add mod">
          <ac:chgData name="TIAGO REIS" userId="fc21a7d1-6254-43fb-a66d-a9e575a14475" providerId="ADAL" clId="{D5EEB2FA-89A4-5343-8469-ABBBBFE1281D}" dt="2024-05-17T13:40:14.628" v="45" actId="1076"/>
          <ac:picMkLst>
            <pc:docMk/>
            <pc:sldMk cId="3369908874" sldId="262"/>
            <ac:picMk id="6" creationId="{19EC40ED-FC5D-523D-CA3F-04EA08512E35}"/>
          </ac:picMkLst>
        </pc:picChg>
        <pc:picChg chg="add mod">
          <ac:chgData name="TIAGO REIS" userId="fc21a7d1-6254-43fb-a66d-a9e575a14475" providerId="ADAL" clId="{D5EEB2FA-89A4-5343-8469-ABBBBFE1281D}" dt="2024-05-17T13:51:19.667" v="48" actId="1076"/>
          <ac:picMkLst>
            <pc:docMk/>
            <pc:sldMk cId="3369908874" sldId="262"/>
            <ac:picMk id="10" creationId="{61D4C914-4D01-BD8C-A284-8D6B91D4F30E}"/>
          </ac:picMkLst>
        </pc:picChg>
        <pc:picChg chg="del">
          <ac:chgData name="TIAGO REIS" userId="fc21a7d1-6254-43fb-a66d-a9e575a14475" providerId="ADAL" clId="{D5EEB2FA-89A4-5343-8469-ABBBBFE1281D}" dt="2024-05-17T13:35:43.981" v="28" actId="478"/>
          <ac:picMkLst>
            <pc:docMk/>
            <pc:sldMk cId="3369908874" sldId="262"/>
            <ac:picMk id="12" creationId="{581E542F-F171-9EF8-0B5B-CE29C76A2ACA}"/>
          </ac:picMkLst>
        </pc:picChg>
        <pc:picChg chg="add del mod">
          <ac:chgData name="TIAGO REIS" userId="fc21a7d1-6254-43fb-a66d-a9e575a14475" providerId="ADAL" clId="{D5EEB2FA-89A4-5343-8469-ABBBBFE1281D}" dt="2024-05-17T14:20:21.356" v="64" actId="478"/>
          <ac:picMkLst>
            <pc:docMk/>
            <pc:sldMk cId="3369908874" sldId="262"/>
            <ac:picMk id="14" creationId="{52140312-4032-8536-68F2-B767117FCE1F}"/>
          </ac:picMkLst>
        </pc:picChg>
        <pc:picChg chg="add mod">
          <ac:chgData name="TIAGO REIS" userId="fc21a7d1-6254-43fb-a66d-a9e575a14475" providerId="ADAL" clId="{D5EEB2FA-89A4-5343-8469-ABBBBFE1281D}" dt="2024-05-17T14:21:57.740" v="85" actId="1036"/>
          <ac:picMkLst>
            <pc:docMk/>
            <pc:sldMk cId="3369908874" sldId="262"/>
            <ac:picMk id="23" creationId="{782680C4-FC92-021D-0F78-25EEE090DB56}"/>
          </ac:picMkLst>
        </pc:picChg>
        <pc:picChg chg="del">
          <ac:chgData name="TIAGO REIS" userId="fc21a7d1-6254-43fb-a66d-a9e575a14475" providerId="ADAL" clId="{D5EEB2FA-89A4-5343-8469-ABBBBFE1281D}" dt="2024-05-17T13:23:50.021" v="7" actId="478"/>
          <ac:picMkLst>
            <pc:docMk/>
            <pc:sldMk cId="3369908874" sldId="262"/>
            <ac:picMk id="35" creationId="{B7E9DC63-990B-51C3-03A9-2C270E1F726B}"/>
          </ac:picMkLst>
        </pc:picChg>
        <pc:picChg chg="del">
          <ac:chgData name="TIAGO REIS" userId="fc21a7d1-6254-43fb-a66d-a9e575a14475" providerId="ADAL" clId="{D5EEB2FA-89A4-5343-8469-ABBBBFE1281D}" dt="2024-05-17T13:24:04.807" v="12" actId="478"/>
          <ac:picMkLst>
            <pc:docMk/>
            <pc:sldMk cId="3369908874" sldId="262"/>
            <ac:picMk id="36" creationId="{56F40364-A011-24AA-24A8-9378BE6D713E}"/>
          </ac:picMkLst>
        </pc:picChg>
        <pc:picChg chg="del">
          <ac:chgData name="TIAGO REIS" userId="fc21a7d1-6254-43fb-a66d-a9e575a14475" providerId="ADAL" clId="{D5EEB2FA-89A4-5343-8469-ABBBBFE1281D}" dt="2024-05-17T13:23:52.758" v="8" actId="478"/>
          <ac:picMkLst>
            <pc:docMk/>
            <pc:sldMk cId="3369908874" sldId="262"/>
            <ac:picMk id="37" creationId="{59CF6970-3E6C-AF09-8055-ADDFC07098AA}"/>
          </ac:picMkLst>
        </pc:picChg>
        <pc:picChg chg="del">
          <ac:chgData name="TIAGO REIS" userId="fc21a7d1-6254-43fb-a66d-a9e575a14475" providerId="ADAL" clId="{D5EEB2FA-89A4-5343-8469-ABBBBFE1281D}" dt="2024-05-17T13:35:33.610" v="21" actId="478"/>
          <ac:picMkLst>
            <pc:docMk/>
            <pc:sldMk cId="3369908874" sldId="262"/>
            <ac:picMk id="1026" creationId="{F688C880-75FA-6046-2D2F-3B41C5BBF664}"/>
          </ac:picMkLst>
        </pc:picChg>
        <pc:picChg chg="del">
          <ac:chgData name="TIAGO REIS" userId="fc21a7d1-6254-43fb-a66d-a9e575a14475" providerId="ADAL" clId="{D5EEB2FA-89A4-5343-8469-ABBBBFE1281D}" dt="2024-05-17T13:35:40.287" v="24" actId="478"/>
          <ac:picMkLst>
            <pc:docMk/>
            <pc:sldMk cId="3369908874" sldId="262"/>
            <ac:picMk id="1028" creationId="{B5CB0102-FE07-5E24-DF2C-5A61975EE497}"/>
          </ac:picMkLst>
        </pc:picChg>
        <pc:picChg chg="del">
          <ac:chgData name="TIAGO REIS" userId="fc21a7d1-6254-43fb-a66d-a9e575a14475" providerId="ADAL" clId="{D5EEB2FA-89A4-5343-8469-ABBBBFE1281D}" dt="2024-05-17T13:35:17.081" v="15" actId="478"/>
          <ac:picMkLst>
            <pc:docMk/>
            <pc:sldMk cId="3369908874" sldId="262"/>
            <ac:picMk id="1030" creationId="{8EF40696-C4FF-D96E-BD1F-4A4F4E6A7660}"/>
          </ac:picMkLst>
        </pc:picChg>
        <pc:picChg chg="del">
          <ac:chgData name="TIAGO REIS" userId="fc21a7d1-6254-43fb-a66d-a9e575a14475" providerId="ADAL" clId="{D5EEB2FA-89A4-5343-8469-ABBBBFE1281D}" dt="2024-05-17T13:53:09.748" v="58" actId="478"/>
          <ac:picMkLst>
            <pc:docMk/>
            <pc:sldMk cId="3369908874" sldId="262"/>
            <ac:picMk id="1032" creationId="{0753FA45-0A67-2112-41C8-671699BA13B6}"/>
          </ac:picMkLst>
        </pc:picChg>
        <pc:picChg chg="add del mod">
          <ac:chgData name="TIAGO REIS" userId="fc21a7d1-6254-43fb-a66d-a9e575a14475" providerId="ADAL" clId="{D5EEB2FA-89A4-5343-8469-ABBBBFE1281D}" dt="2024-05-17T14:22:23.290" v="88" actId="21"/>
          <ac:picMkLst>
            <pc:docMk/>
            <pc:sldMk cId="3369908874" sldId="262"/>
            <ac:picMk id="1036" creationId="{64DA6D7B-C937-70E6-2F01-2E88A810CBF0}"/>
          </ac:picMkLst>
        </pc:picChg>
        <pc:picChg chg="del">
          <ac:chgData name="TIAGO REIS" userId="fc21a7d1-6254-43fb-a66d-a9e575a14475" providerId="ADAL" clId="{D5EEB2FA-89A4-5343-8469-ABBBBFE1281D}" dt="2024-05-17T13:39:36.591" v="35" actId="478"/>
          <ac:picMkLst>
            <pc:docMk/>
            <pc:sldMk cId="3369908874" sldId="262"/>
            <ac:picMk id="1038" creationId="{8A22FA7B-CF28-B027-A031-E16F425615B5}"/>
          </ac:picMkLst>
        </pc:picChg>
        <pc:picChg chg="del">
          <ac:chgData name="TIAGO REIS" userId="fc21a7d1-6254-43fb-a66d-a9e575a14475" providerId="ADAL" clId="{D5EEB2FA-89A4-5343-8469-ABBBBFE1281D}" dt="2024-05-17T13:39:37.413" v="36" actId="478"/>
          <ac:picMkLst>
            <pc:docMk/>
            <pc:sldMk cId="3369908874" sldId="262"/>
            <ac:picMk id="1040" creationId="{B9CEEF14-7D60-745A-86A0-4244BCF79502}"/>
          </ac:picMkLst>
        </pc:picChg>
        <pc:picChg chg="del">
          <ac:chgData name="TIAGO REIS" userId="fc21a7d1-6254-43fb-a66d-a9e575a14475" providerId="ADAL" clId="{D5EEB2FA-89A4-5343-8469-ABBBBFE1281D}" dt="2024-05-17T14:19:55.773" v="63" actId="478"/>
          <ac:picMkLst>
            <pc:docMk/>
            <pc:sldMk cId="3369908874" sldId="262"/>
            <ac:picMk id="1042" creationId="{A9DFA352-DB85-2AA1-BDC9-95CEB0E6BABD}"/>
          </ac:picMkLst>
        </pc:picChg>
        <pc:picChg chg="mod">
          <ac:chgData name="TIAGO REIS" userId="fc21a7d1-6254-43fb-a66d-a9e575a14475" providerId="ADAL" clId="{D5EEB2FA-89A4-5343-8469-ABBBBFE1281D}" dt="2024-05-17T14:23:05.213" v="110" actId="1076"/>
          <ac:picMkLst>
            <pc:docMk/>
            <pc:sldMk cId="3369908874" sldId="262"/>
            <ac:picMk id="1044" creationId="{B26F55EC-31DE-4884-AE73-E9AF6249018F}"/>
          </ac:picMkLst>
        </pc:picChg>
        <pc:picChg chg="del">
          <ac:chgData name="TIAGO REIS" userId="fc21a7d1-6254-43fb-a66d-a9e575a14475" providerId="ADAL" clId="{D5EEB2FA-89A4-5343-8469-ABBBBFE1281D}" dt="2024-05-17T13:35:51.701" v="32" actId="478"/>
          <ac:picMkLst>
            <pc:docMk/>
            <pc:sldMk cId="3369908874" sldId="262"/>
            <ac:picMk id="1076" creationId="{E3552D34-ECAE-8069-73C8-0ED32CB16253}"/>
          </ac:picMkLst>
        </pc:picChg>
        <pc:picChg chg="del">
          <ac:chgData name="TIAGO REIS" userId="fc21a7d1-6254-43fb-a66d-a9e575a14475" providerId="ADAL" clId="{D5EEB2FA-89A4-5343-8469-ABBBBFE1281D}" dt="2024-05-17T13:35:49.538" v="30" actId="478"/>
          <ac:picMkLst>
            <pc:docMk/>
            <pc:sldMk cId="3369908874" sldId="262"/>
            <ac:picMk id="1080" creationId="{4D1E568C-33CB-0888-4142-283534D084ED}"/>
          </ac:picMkLst>
        </pc:picChg>
        <pc:picChg chg="del">
          <ac:chgData name="TIAGO REIS" userId="fc21a7d1-6254-43fb-a66d-a9e575a14475" providerId="ADAL" clId="{D5EEB2FA-89A4-5343-8469-ABBBBFE1281D}" dt="2024-05-17T13:35:49" v="29" actId="478"/>
          <ac:picMkLst>
            <pc:docMk/>
            <pc:sldMk cId="3369908874" sldId="262"/>
            <ac:picMk id="1090" creationId="{FCCADACF-3777-73B8-4CCD-034577B4E081}"/>
          </ac:picMkLst>
        </pc:picChg>
        <pc:cxnChg chg="mod">
          <ac:chgData name="TIAGO REIS" userId="fc21a7d1-6254-43fb-a66d-a9e575a14475" providerId="ADAL" clId="{D5EEB2FA-89A4-5343-8469-ABBBBFE1281D}" dt="2024-05-17T13:23:52.758" v="8" actId="478"/>
          <ac:cxnSpMkLst>
            <pc:docMk/>
            <pc:sldMk cId="3369908874" sldId="262"/>
            <ac:cxnSpMk id="53" creationId="{CF7816D9-94D6-AD51-EAE1-26F38F94E48E}"/>
          </ac:cxnSpMkLst>
        </pc:cxnChg>
        <pc:cxnChg chg="del mod">
          <ac:chgData name="TIAGO REIS" userId="fc21a7d1-6254-43fb-a66d-a9e575a14475" providerId="ADAL" clId="{D5EEB2FA-89A4-5343-8469-ABBBBFE1281D}" dt="2024-05-17T13:35:43.170" v="27" actId="478"/>
          <ac:cxnSpMkLst>
            <pc:docMk/>
            <pc:sldMk cId="3369908874" sldId="262"/>
            <ac:cxnSpMk id="1048" creationId="{5F4C5B1E-5A98-3458-5032-48CD200450C5}"/>
          </ac:cxnSpMkLst>
        </pc:cxnChg>
        <pc:cxnChg chg="del mod">
          <ac:chgData name="TIAGO REIS" userId="fc21a7d1-6254-43fb-a66d-a9e575a14475" providerId="ADAL" clId="{D5EEB2FA-89A4-5343-8469-ABBBBFE1281D}" dt="2024-05-17T13:35:41.989" v="26" actId="478"/>
          <ac:cxnSpMkLst>
            <pc:docMk/>
            <pc:sldMk cId="3369908874" sldId="262"/>
            <ac:cxnSpMk id="1057" creationId="{D97F7411-B123-EFFD-A810-24EB450C1101}"/>
          </ac:cxnSpMkLst>
        </pc:cxnChg>
        <pc:cxnChg chg="del">
          <ac:chgData name="TIAGO REIS" userId="fc21a7d1-6254-43fb-a66d-a9e575a14475" providerId="ADAL" clId="{D5EEB2FA-89A4-5343-8469-ABBBBFE1281D}" dt="2024-05-17T13:35:41.105" v="25" actId="478"/>
          <ac:cxnSpMkLst>
            <pc:docMk/>
            <pc:sldMk cId="3369908874" sldId="262"/>
            <ac:cxnSpMk id="1060" creationId="{61E496C9-E4BB-066D-3175-D1EC9BC6D225}"/>
          </ac:cxnSpMkLst>
        </pc:cxnChg>
        <pc:cxnChg chg="del mod">
          <ac:chgData name="TIAGO REIS" userId="fc21a7d1-6254-43fb-a66d-a9e575a14475" providerId="ADAL" clId="{D5EEB2FA-89A4-5343-8469-ABBBBFE1281D}" dt="2024-05-17T13:24:08.598" v="14" actId="478"/>
          <ac:cxnSpMkLst>
            <pc:docMk/>
            <pc:sldMk cId="3369908874" sldId="262"/>
            <ac:cxnSpMk id="1064" creationId="{FE3B1211-EACF-9270-2663-E96048006BD8}"/>
          </ac:cxnSpMkLst>
        </pc:cxnChg>
        <pc:cxnChg chg="del">
          <ac:chgData name="TIAGO REIS" userId="fc21a7d1-6254-43fb-a66d-a9e575a14475" providerId="ADAL" clId="{D5EEB2FA-89A4-5343-8469-ABBBBFE1281D}" dt="2024-05-17T13:35:53.278" v="33" actId="478"/>
          <ac:cxnSpMkLst>
            <pc:docMk/>
            <pc:sldMk cId="3369908874" sldId="262"/>
            <ac:cxnSpMk id="1077" creationId="{6C2D34B3-CDC0-FC59-9BFE-6478872E8609}"/>
          </ac:cxnSpMkLst>
        </pc:cxnChg>
        <pc:cxnChg chg="del mod">
          <ac:chgData name="TIAGO REIS" userId="fc21a7d1-6254-43fb-a66d-a9e575a14475" providerId="ADAL" clId="{D5EEB2FA-89A4-5343-8469-ABBBBFE1281D}" dt="2024-05-17T13:35:50.949" v="31" actId="478"/>
          <ac:cxnSpMkLst>
            <pc:docMk/>
            <pc:sldMk cId="3369908874" sldId="262"/>
            <ac:cxnSpMk id="1081" creationId="{224279DA-2E11-254C-5A4A-9209475D739F}"/>
          </ac:cxnSpMkLst>
        </pc:cxnChg>
        <pc:cxnChg chg="mod">
          <ac:chgData name="TIAGO REIS" userId="fc21a7d1-6254-43fb-a66d-a9e575a14475" providerId="ADAL" clId="{D5EEB2FA-89A4-5343-8469-ABBBBFE1281D}" dt="2024-05-17T14:23:08.714" v="111" actId="14100"/>
          <ac:cxnSpMkLst>
            <pc:docMk/>
            <pc:sldMk cId="3369908874" sldId="262"/>
            <ac:cxnSpMk id="1092" creationId="{96B34F4C-A42A-927D-B628-F4266061B48D}"/>
          </ac:cxnSpMkLst>
        </pc:cxnChg>
      </pc:sldChg>
      <pc:sldChg chg="addSp delSp modSp add mod">
        <pc:chgData name="TIAGO REIS" userId="fc21a7d1-6254-43fb-a66d-a9e575a14475" providerId="ADAL" clId="{D5EEB2FA-89A4-5343-8469-ABBBBFE1281D}" dt="2024-05-18T10:18:57.278" v="362" actId="14100"/>
        <pc:sldMkLst>
          <pc:docMk/>
          <pc:sldMk cId="2332539716" sldId="263"/>
        </pc:sldMkLst>
        <pc:spChg chg="mod">
          <ac:chgData name="TIAGO REIS" userId="fc21a7d1-6254-43fb-a66d-a9e575a14475" providerId="ADAL" clId="{D5EEB2FA-89A4-5343-8469-ABBBBFE1281D}" dt="2024-05-18T10:16:00.108" v="316" actId="1076"/>
          <ac:spMkLst>
            <pc:docMk/>
            <pc:sldMk cId="2332539716" sldId="263"/>
            <ac:spMk id="8" creationId="{05758703-437D-DC81-3C68-357334A54E09}"/>
          </ac:spMkLst>
        </pc:spChg>
        <pc:spChg chg="mod">
          <ac:chgData name="TIAGO REIS" userId="fc21a7d1-6254-43fb-a66d-a9e575a14475" providerId="ADAL" clId="{D5EEB2FA-89A4-5343-8469-ABBBBFE1281D}" dt="2024-05-18T10:08:23.305" v="186" actId="1076"/>
          <ac:spMkLst>
            <pc:docMk/>
            <pc:sldMk cId="2332539716" sldId="263"/>
            <ac:spMk id="11" creationId="{1B975F8C-227F-B101-5D78-2A5C13CAF2BB}"/>
          </ac:spMkLst>
        </pc:spChg>
        <pc:spChg chg="mod">
          <ac:chgData name="TIAGO REIS" userId="fc21a7d1-6254-43fb-a66d-a9e575a14475" providerId="ADAL" clId="{D5EEB2FA-89A4-5343-8469-ABBBBFE1281D}" dt="2024-05-18T10:06:54.858" v="162" actId="1076"/>
          <ac:spMkLst>
            <pc:docMk/>
            <pc:sldMk cId="2332539716" sldId="263"/>
            <ac:spMk id="13" creationId="{E9AB8827-4A1A-7B62-FD2A-CFD3C9A49E20}"/>
          </ac:spMkLst>
        </pc:spChg>
        <pc:spChg chg="mod">
          <ac:chgData name="TIAGO REIS" userId="fc21a7d1-6254-43fb-a66d-a9e575a14475" providerId="ADAL" clId="{D5EEB2FA-89A4-5343-8469-ABBBBFE1281D}" dt="2024-05-18T10:06:54.858" v="162" actId="1076"/>
          <ac:spMkLst>
            <pc:docMk/>
            <pc:sldMk cId="2332539716" sldId="263"/>
            <ac:spMk id="15" creationId="{1C7DA3B5-B9E9-A3A3-8E89-95E843A22194}"/>
          </ac:spMkLst>
        </pc:spChg>
        <pc:spChg chg="mod">
          <ac:chgData name="TIAGO REIS" userId="fc21a7d1-6254-43fb-a66d-a9e575a14475" providerId="ADAL" clId="{D5EEB2FA-89A4-5343-8469-ABBBBFE1281D}" dt="2024-05-18T10:06:54.858" v="162" actId="1076"/>
          <ac:spMkLst>
            <pc:docMk/>
            <pc:sldMk cId="2332539716" sldId="263"/>
            <ac:spMk id="16" creationId="{C6B3CD8D-9A8B-B61C-8E30-A76A461FC3CD}"/>
          </ac:spMkLst>
        </pc:spChg>
        <pc:spChg chg="del mod">
          <ac:chgData name="TIAGO REIS" userId="fc21a7d1-6254-43fb-a66d-a9e575a14475" providerId="ADAL" clId="{D5EEB2FA-89A4-5343-8469-ABBBBFE1281D}" dt="2024-05-18T10:06:30.832" v="157" actId="478"/>
          <ac:spMkLst>
            <pc:docMk/>
            <pc:sldMk cId="2332539716" sldId="263"/>
            <ac:spMk id="17" creationId="{66549792-088D-16A7-1BA5-D2802C7DFB44}"/>
          </ac:spMkLst>
        </pc:spChg>
        <pc:spChg chg="mod">
          <ac:chgData name="TIAGO REIS" userId="fc21a7d1-6254-43fb-a66d-a9e575a14475" providerId="ADAL" clId="{D5EEB2FA-89A4-5343-8469-ABBBBFE1281D}" dt="2024-05-18T10:11:17.614" v="228" actId="1076"/>
          <ac:spMkLst>
            <pc:docMk/>
            <pc:sldMk cId="2332539716" sldId="263"/>
            <ac:spMk id="19" creationId="{70A05592-17F7-DD3C-8A27-7E481A4A3EFC}"/>
          </ac:spMkLst>
        </pc:spChg>
        <pc:spChg chg="del mod">
          <ac:chgData name="TIAGO REIS" userId="fc21a7d1-6254-43fb-a66d-a9e575a14475" providerId="ADAL" clId="{D5EEB2FA-89A4-5343-8469-ABBBBFE1281D}" dt="2024-05-18T10:06:26.042" v="156" actId="478"/>
          <ac:spMkLst>
            <pc:docMk/>
            <pc:sldMk cId="2332539716" sldId="263"/>
            <ac:spMk id="20" creationId="{8D3DCAA0-DEA5-E034-7D5A-3A01F28BC019}"/>
          </ac:spMkLst>
        </pc:spChg>
        <pc:spChg chg="mod">
          <ac:chgData name="TIAGO REIS" userId="fc21a7d1-6254-43fb-a66d-a9e575a14475" providerId="ADAL" clId="{D5EEB2FA-89A4-5343-8469-ABBBBFE1281D}" dt="2024-05-18T10:11:10.645" v="225" actId="1076"/>
          <ac:spMkLst>
            <pc:docMk/>
            <pc:sldMk cId="2332539716" sldId="263"/>
            <ac:spMk id="21" creationId="{E91145E5-3258-CA60-57A8-31DD132A2ECA}"/>
          </ac:spMkLst>
        </pc:spChg>
        <pc:spChg chg="mod">
          <ac:chgData name="TIAGO REIS" userId="fc21a7d1-6254-43fb-a66d-a9e575a14475" providerId="ADAL" clId="{D5EEB2FA-89A4-5343-8469-ABBBBFE1281D}" dt="2024-05-18T10:05:36.352" v="148" actId="14100"/>
          <ac:spMkLst>
            <pc:docMk/>
            <pc:sldMk cId="2332539716" sldId="263"/>
            <ac:spMk id="22" creationId="{5ECCCF6D-4CE7-F860-35C3-F54D82C4C35E}"/>
          </ac:spMkLst>
        </pc:spChg>
        <pc:spChg chg="add mod">
          <ac:chgData name="TIAGO REIS" userId="fc21a7d1-6254-43fb-a66d-a9e575a14475" providerId="ADAL" clId="{D5EEB2FA-89A4-5343-8469-ABBBBFE1281D}" dt="2024-05-18T10:08:39.407" v="190" actId="14100"/>
          <ac:spMkLst>
            <pc:docMk/>
            <pc:sldMk cId="2332539716" sldId="263"/>
            <ac:spMk id="37" creationId="{529786CC-F29A-B4C8-95F7-F84581285178}"/>
          </ac:spMkLst>
        </pc:spChg>
        <pc:spChg chg="mod">
          <ac:chgData name="TIAGO REIS" userId="fc21a7d1-6254-43fb-a66d-a9e575a14475" providerId="ADAL" clId="{D5EEB2FA-89A4-5343-8469-ABBBBFE1281D}" dt="2024-05-18T10:10:53.870" v="219" actId="1076"/>
          <ac:spMkLst>
            <pc:docMk/>
            <pc:sldMk cId="2332539716" sldId="263"/>
            <ac:spMk id="39" creationId="{4374417A-6966-3C8E-7BE3-4BAD31A13FC2}"/>
          </ac:spMkLst>
        </pc:spChg>
        <pc:spChg chg="mod">
          <ac:chgData name="TIAGO REIS" userId="fc21a7d1-6254-43fb-a66d-a9e575a14475" providerId="ADAL" clId="{D5EEB2FA-89A4-5343-8469-ABBBBFE1281D}" dt="2024-05-18T10:11:02.654" v="222" actId="1076"/>
          <ac:spMkLst>
            <pc:docMk/>
            <pc:sldMk cId="2332539716" sldId="263"/>
            <ac:spMk id="40" creationId="{2F6F4854-0BF4-2F8E-09D1-6EAF08FCB6F3}"/>
          </ac:spMkLst>
        </pc:spChg>
        <pc:spChg chg="del">
          <ac:chgData name="TIAGO REIS" userId="fc21a7d1-6254-43fb-a66d-a9e575a14475" providerId="ADAL" clId="{D5EEB2FA-89A4-5343-8469-ABBBBFE1281D}" dt="2024-05-18T10:03:58.311" v="130" actId="478"/>
          <ac:spMkLst>
            <pc:docMk/>
            <pc:sldMk cId="2332539716" sldId="263"/>
            <ac:spMk id="43" creationId="{A4105D17-E0F7-EBE7-DDE0-E339523701DB}"/>
          </ac:spMkLst>
        </pc:spChg>
        <pc:spChg chg="add mod">
          <ac:chgData name="TIAGO REIS" userId="fc21a7d1-6254-43fb-a66d-a9e575a14475" providerId="ADAL" clId="{D5EEB2FA-89A4-5343-8469-ABBBBFE1281D}" dt="2024-05-18T10:10:03.301" v="206" actId="1076"/>
          <ac:spMkLst>
            <pc:docMk/>
            <pc:sldMk cId="2332539716" sldId="263"/>
            <ac:spMk id="46" creationId="{8BD16699-BB8E-AD99-4438-5C27CD265C58}"/>
          </ac:spMkLst>
        </pc:spChg>
        <pc:spChg chg="add mod">
          <ac:chgData name="TIAGO REIS" userId="fc21a7d1-6254-43fb-a66d-a9e575a14475" providerId="ADAL" clId="{D5EEB2FA-89A4-5343-8469-ABBBBFE1281D}" dt="2024-05-18T10:18:09.130" v="352" actId="1076"/>
          <ac:spMkLst>
            <pc:docMk/>
            <pc:sldMk cId="2332539716" sldId="263"/>
            <ac:spMk id="47" creationId="{86690B98-9F0A-3C8A-7F02-EC74EE6D0B9F}"/>
          </ac:spMkLst>
        </pc:spChg>
        <pc:spChg chg="add mod">
          <ac:chgData name="TIAGO REIS" userId="fc21a7d1-6254-43fb-a66d-a9e575a14475" providerId="ADAL" clId="{D5EEB2FA-89A4-5343-8469-ABBBBFE1281D}" dt="2024-05-18T10:18:26.619" v="355" actId="1076"/>
          <ac:spMkLst>
            <pc:docMk/>
            <pc:sldMk cId="2332539716" sldId="263"/>
            <ac:spMk id="48" creationId="{E14C3427-A3D3-210C-4E23-B01DE6791BA1}"/>
          </ac:spMkLst>
        </pc:spChg>
        <pc:spChg chg="add mod">
          <ac:chgData name="TIAGO REIS" userId="fc21a7d1-6254-43fb-a66d-a9e575a14475" providerId="ADAL" clId="{D5EEB2FA-89A4-5343-8469-ABBBBFE1281D}" dt="2024-05-18T10:18:00.775" v="350"/>
          <ac:spMkLst>
            <pc:docMk/>
            <pc:sldMk cId="2332539716" sldId="263"/>
            <ac:spMk id="50" creationId="{AAEB9B63-E4CE-4C8C-8C8E-603E9894E4B2}"/>
          </ac:spMkLst>
        </pc:spChg>
        <pc:spChg chg="add mod">
          <ac:chgData name="TIAGO REIS" userId="fc21a7d1-6254-43fb-a66d-a9e575a14475" providerId="ADAL" clId="{D5EEB2FA-89A4-5343-8469-ABBBBFE1281D}" dt="2024-05-18T10:18:21.657" v="353"/>
          <ac:spMkLst>
            <pc:docMk/>
            <pc:sldMk cId="2332539716" sldId="263"/>
            <ac:spMk id="51" creationId="{CBB3D209-BABD-14F8-E910-A340CA665B3C}"/>
          </ac:spMkLst>
        </pc:spChg>
        <pc:spChg chg="mod">
          <ac:chgData name="TIAGO REIS" userId="fc21a7d1-6254-43fb-a66d-a9e575a14475" providerId="ADAL" clId="{D5EEB2FA-89A4-5343-8469-ABBBBFE1281D}" dt="2024-05-18T10:10:40.221" v="216" actId="1076"/>
          <ac:spMkLst>
            <pc:docMk/>
            <pc:sldMk cId="2332539716" sldId="263"/>
            <ac:spMk id="1027" creationId="{8EBEE5A7-E38D-E12F-3D69-6C193DABE525}"/>
          </ac:spMkLst>
        </pc:spChg>
        <pc:spChg chg="mod">
          <ac:chgData name="TIAGO REIS" userId="fc21a7d1-6254-43fb-a66d-a9e575a14475" providerId="ADAL" clId="{D5EEB2FA-89A4-5343-8469-ABBBBFE1281D}" dt="2024-05-18T10:18:34.422" v="356" actId="1076"/>
          <ac:spMkLst>
            <pc:docMk/>
            <pc:sldMk cId="2332539716" sldId="263"/>
            <ac:spMk id="1029" creationId="{0A0FDDA2-4F1F-C8D7-5EBC-96EC45919039}"/>
          </ac:spMkLst>
        </pc:spChg>
        <pc:spChg chg="mod">
          <ac:chgData name="TIAGO REIS" userId="fc21a7d1-6254-43fb-a66d-a9e575a14475" providerId="ADAL" clId="{D5EEB2FA-89A4-5343-8469-ABBBBFE1281D}" dt="2024-05-18T10:18:34.422" v="356" actId="1076"/>
          <ac:spMkLst>
            <pc:docMk/>
            <pc:sldMk cId="2332539716" sldId="263"/>
            <ac:spMk id="1031" creationId="{66C62DD6-836D-BDD0-F7AA-C4D3025E64F2}"/>
          </ac:spMkLst>
        </pc:spChg>
        <pc:spChg chg="del">
          <ac:chgData name="TIAGO REIS" userId="fc21a7d1-6254-43fb-a66d-a9e575a14475" providerId="ADAL" clId="{D5EEB2FA-89A4-5343-8469-ABBBBFE1281D}" dt="2024-05-17T14:22:28.799" v="91" actId="478"/>
          <ac:spMkLst>
            <pc:docMk/>
            <pc:sldMk cId="2332539716" sldId="263"/>
            <ac:spMk id="1033" creationId="{A5859815-0006-B5AD-246D-989E15EAD3EE}"/>
          </ac:spMkLst>
        </pc:spChg>
        <pc:spChg chg="mod">
          <ac:chgData name="TIAGO REIS" userId="fc21a7d1-6254-43fb-a66d-a9e575a14475" providerId="ADAL" clId="{D5EEB2FA-89A4-5343-8469-ABBBBFE1281D}" dt="2024-05-18T10:10:33.066" v="213" actId="1076"/>
          <ac:spMkLst>
            <pc:docMk/>
            <pc:sldMk cId="2332539716" sldId="263"/>
            <ac:spMk id="1035" creationId="{06108291-CC42-FE4A-9F2F-1C8D3A55274D}"/>
          </ac:spMkLst>
        </pc:spChg>
        <pc:spChg chg="del">
          <ac:chgData name="TIAGO REIS" userId="fc21a7d1-6254-43fb-a66d-a9e575a14475" providerId="ADAL" clId="{D5EEB2FA-89A4-5343-8469-ABBBBFE1281D}" dt="2024-05-17T14:22:27.396" v="90" actId="478"/>
          <ac:spMkLst>
            <pc:docMk/>
            <pc:sldMk cId="2332539716" sldId="263"/>
            <ac:spMk id="1089" creationId="{2190549C-D6FD-9053-20FC-D2F4153DF867}"/>
          </ac:spMkLst>
        </pc:spChg>
        <pc:spChg chg="mod">
          <ac:chgData name="TIAGO REIS" userId="fc21a7d1-6254-43fb-a66d-a9e575a14475" providerId="ADAL" clId="{D5EEB2FA-89A4-5343-8469-ABBBBFE1281D}" dt="2024-05-18T10:11:31.280" v="232" actId="1076"/>
          <ac:spMkLst>
            <pc:docMk/>
            <pc:sldMk cId="2332539716" sldId="263"/>
            <ac:spMk id="1112" creationId="{6ABEE892-6669-C4CE-7DEE-A65B6381E24D}"/>
          </ac:spMkLst>
        </pc:spChg>
        <pc:picChg chg="mod">
          <ac:chgData name="TIAGO REIS" userId="fc21a7d1-6254-43fb-a66d-a9e575a14475" providerId="ADAL" clId="{D5EEB2FA-89A4-5343-8469-ABBBBFE1281D}" dt="2024-05-18T10:08:06.403" v="183" actId="1076"/>
          <ac:picMkLst>
            <pc:docMk/>
            <pc:sldMk cId="2332539716" sldId="263"/>
            <ac:picMk id="2" creationId="{4A390CED-8CE4-2D2D-5A98-088E5A543F5D}"/>
          </ac:picMkLst>
        </pc:picChg>
        <pc:picChg chg="add mod">
          <ac:chgData name="TIAGO REIS" userId="fc21a7d1-6254-43fb-a66d-a9e575a14475" providerId="ADAL" clId="{D5EEB2FA-89A4-5343-8469-ABBBBFE1281D}" dt="2024-05-18T10:08:42.003" v="191" actId="1076"/>
          <ac:picMkLst>
            <pc:docMk/>
            <pc:sldMk cId="2332539716" sldId="263"/>
            <ac:picMk id="7" creationId="{331CA774-80F9-7068-9909-5F9619091FF1}"/>
          </ac:picMkLst>
        </pc:picChg>
        <pc:picChg chg="del">
          <ac:chgData name="TIAGO REIS" userId="fc21a7d1-6254-43fb-a66d-a9e575a14475" providerId="ADAL" clId="{D5EEB2FA-89A4-5343-8469-ABBBBFE1281D}" dt="2024-05-17T13:52:40.867" v="54" actId="478"/>
          <ac:picMkLst>
            <pc:docMk/>
            <pc:sldMk cId="2332539716" sldId="263"/>
            <ac:picMk id="10" creationId="{61D4C914-4D01-BD8C-A284-8D6B91D4F30E}"/>
          </ac:picMkLst>
        </pc:picChg>
        <pc:picChg chg="add mod">
          <ac:chgData name="TIAGO REIS" userId="fc21a7d1-6254-43fb-a66d-a9e575a14475" providerId="ADAL" clId="{D5EEB2FA-89A4-5343-8469-ABBBBFE1281D}" dt="2024-05-18T10:18:34.422" v="356" actId="1076"/>
          <ac:picMkLst>
            <pc:docMk/>
            <pc:sldMk cId="2332539716" sldId="263"/>
            <ac:picMk id="12" creationId="{3596BEDD-3397-6536-FCAD-08A5D89363DD}"/>
          </ac:picMkLst>
        </pc:picChg>
        <pc:picChg chg="mod">
          <ac:chgData name="TIAGO REIS" userId="fc21a7d1-6254-43fb-a66d-a9e575a14475" providerId="ADAL" clId="{D5EEB2FA-89A4-5343-8469-ABBBBFE1281D}" dt="2024-05-18T10:07:40.600" v="175" actId="1076"/>
          <ac:picMkLst>
            <pc:docMk/>
            <pc:sldMk cId="2332539716" sldId="263"/>
            <ac:picMk id="14" creationId="{52140312-4032-8536-68F2-B767117FCE1F}"/>
          </ac:picMkLst>
        </pc:picChg>
        <pc:picChg chg="mod">
          <ac:chgData name="TIAGO REIS" userId="fc21a7d1-6254-43fb-a66d-a9e575a14475" providerId="ADAL" clId="{D5EEB2FA-89A4-5343-8469-ABBBBFE1281D}" dt="2024-05-18T10:06:54.858" v="162" actId="1076"/>
          <ac:picMkLst>
            <pc:docMk/>
            <pc:sldMk cId="2332539716" sldId="263"/>
            <ac:picMk id="1025" creationId="{E90F61FB-C8D6-B59B-01D9-30513FE77D8C}"/>
          </ac:picMkLst>
        </pc:picChg>
        <pc:picChg chg="del">
          <ac:chgData name="TIAGO REIS" userId="fc21a7d1-6254-43fb-a66d-a9e575a14475" providerId="ADAL" clId="{D5EEB2FA-89A4-5343-8469-ABBBBFE1281D}" dt="2024-05-17T14:22:25.961" v="89" actId="478"/>
          <ac:picMkLst>
            <pc:docMk/>
            <pc:sldMk cId="2332539716" sldId="263"/>
            <ac:picMk id="1032" creationId="{0753FA45-0A67-2112-41C8-671699BA13B6}"/>
          </ac:picMkLst>
        </pc:picChg>
        <pc:picChg chg="mod">
          <ac:chgData name="TIAGO REIS" userId="fc21a7d1-6254-43fb-a66d-a9e575a14475" providerId="ADAL" clId="{D5EEB2FA-89A4-5343-8469-ABBBBFE1281D}" dt="2024-05-18T10:06:54.858" v="162" actId="1076"/>
          <ac:picMkLst>
            <pc:docMk/>
            <pc:sldMk cId="2332539716" sldId="263"/>
            <ac:picMk id="1034" creationId="{EB712D24-5644-4A7C-C8DE-37AA1EE3920D}"/>
          </ac:picMkLst>
        </pc:picChg>
        <pc:picChg chg="del">
          <ac:chgData name="TIAGO REIS" userId="fc21a7d1-6254-43fb-a66d-a9e575a14475" providerId="ADAL" clId="{D5EEB2FA-89A4-5343-8469-ABBBBFE1281D}" dt="2024-05-17T14:22:40.894" v="107" actId="478"/>
          <ac:picMkLst>
            <pc:docMk/>
            <pc:sldMk cId="2332539716" sldId="263"/>
            <ac:picMk id="1042" creationId="{A9DFA352-DB85-2AA1-BDC9-95CEB0E6BABD}"/>
          </ac:picMkLst>
        </pc:picChg>
        <pc:picChg chg="mod">
          <ac:chgData name="TIAGO REIS" userId="fc21a7d1-6254-43fb-a66d-a9e575a14475" providerId="ADAL" clId="{D5EEB2FA-89A4-5343-8469-ABBBBFE1281D}" dt="2024-05-18T10:18:06.114" v="351" actId="1076"/>
          <ac:picMkLst>
            <pc:docMk/>
            <pc:sldMk cId="2332539716" sldId="263"/>
            <ac:picMk id="1044" creationId="{B26F55EC-31DE-4884-AE73-E9AF6249018F}"/>
          </ac:picMkLst>
        </pc:picChg>
        <pc:picChg chg="add mod">
          <ac:chgData name="TIAGO REIS" userId="fc21a7d1-6254-43fb-a66d-a9e575a14475" providerId="ADAL" clId="{D5EEB2FA-89A4-5343-8469-ABBBBFE1281D}" dt="2024-05-17T14:25:39.912" v="127" actId="1076"/>
          <ac:picMkLst>
            <pc:docMk/>
            <pc:sldMk cId="2332539716" sldId="263"/>
            <ac:picMk id="2050" creationId="{1BA40344-A8B8-7359-49D8-A60D956BD296}"/>
          </ac:picMkLst>
        </pc:picChg>
        <pc:picChg chg="add mod">
          <ac:chgData name="TIAGO REIS" userId="fc21a7d1-6254-43fb-a66d-a9e575a14475" providerId="ADAL" clId="{D5EEB2FA-89A4-5343-8469-ABBBBFE1281D}" dt="2024-05-17T14:25:37.699" v="126" actId="1076"/>
          <ac:picMkLst>
            <pc:docMk/>
            <pc:sldMk cId="2332539716" sldId="263"/>
            <ac:picMk id="2052" creationId="{201C15D1-857E-01D2-C279-483B740993A5}"/>
          </ac:picMkLst>
        </pc:picChg>
        <pc:cxnChg chg="mod">
          <ac:chgData name="TIAGO REIS" userId="fc21a7d1-6254-43fb-a66d-a9e575a14475" providerId="ADAL" clId="{D5EEB2FA-89A4-5343-8469-ABBBBFE1281D}" dt="2024-05-18T10:06:54.858" v="162" actId="1076"/>
          <ac:cxnSpMkLst>
            <pc:docMk/>
            <pc:sldMk cId="2332539716" sldId="263"/>
            <ac:cxnSpMk id="24" creationId="{72DB308E-024F-C84D-B5F0-C1E10E948C08}"/>
          </ac:cxnSpMkLst>
        </pc:cxnChg>
        <pc:cxnChg chg="mod">
          <ac:chgData name="TIAGO REIS" userId="fc21a7d1-6254-43fb-a66d-a9e575a14475" providerId="ADAL" clId="{D5EEB2FA-89A4-5343-8469-ABBBBFE1281D}" dt="2024-05-18T10:06:54.858" v="162" actId="1076"/>
          <ac:cxnSpMkLst>
            <pc:docMk/>
            <pc:sldMk cId="2332539716" sldId="263"/>
            <ac:cxnSpMk id="27" creationId="{21D1F3AC-ECDD-4338-12E4-8C77914D51B2}"/>
          </ac:cxnSpMkLst>
        </pc:cxnChg>
        <pc:cxnChg chg="add mod">
          <ac:chgData name="TIAGO REIS" userId="fc21a7d1-6254-43fb-a66d-a9e575a14475" providerId="ADAL" clId="{D5EEB2FA-89A4-5343-8469-ABBBBFE1281D}" dt="2024-05-18T10:07:40.600" v="175" actId="1076"/>
          <ac:cxnSpMkLst>
            <pc:docMk/>
            <pc:sldMk cId="2332539716" sldId="263"/>
            <ac:cxnSpMk id="31" creationId="{44B3DF38-183C-AF3D-1392-3C93F85F9063}"/>
          </ac:cxnSpMkLst>
        </pc:cxnChg>
        <pc:cxnChg chg="mod">
          <ac:chgData name="TIAGO REIS" userId="fc21a7d1-6254-43fb-a66d-a9e575a14475" providerId="ADAL" clId="{D5EEB2FA-89A4-5343-8469-ABBBBFE1281D}" dt="2024-05-18T10:08:03.683" v="182" actId="14100"/>
          <ac:cxnSpMkLst>
            <pc:docMk/>
            <pc:sldMk cId="2332539716" sldId="263"/>
            <ac:cxnSpMk id="41" creationId="{6A97048D-5485-9754-7D59-24AB58B45577}"/>
          </ac:cxnSpMkLst>
        </pc:cxnChg>
        <pc:cxnChg chg="del">
          <ac:chgData name="TIAGO REIS" userId="fc21a7d1-6254-43fb-a66d-a9e575a14475" providerId="ADAL" clId="{D5EEB2FA-89A4-5343-8469-ABBBBFE1281D}" dt="2024-05-18T10:03:55.101" v="129" actId="478"/>
          <ac:cxnSpMkLst>
            <pc:docMk/>
            <pc:sldMk cId="2332539716" sldId="263"/>
            <ac:cxnSpMk id="53" creationId="{CF7816D9-94D6-AD51-EAE1-26F38F94E48E}"/>
          </ac:cxnSpMkLst>
        </pc:cxnChg>
        <pc:cxnChg chg="add mod">
          <ac:chgData name="TIAGO REIS" userId="fc21a7d1-6254-43fb-a66d-a9e575a14475" providerId="ADAL" clId="{D5EEB2FA-89A4-5343-8469-ABBBBFE1281D}" dt="2024-05-18T10:18:57.278" v="362" actId="14100"/>
          <ac:cxnSpMkLst>
            <pc:docMk/>
            <pc:sldMk cId="2332539716" sldId="263"/>
            <ac:cxnSpMk id="54" creationId="{3C29B3D8-97AD-47A7-B279-773CF4DB0B8F}"/>
          </ac:cxnSpMkLst>
        </pc:cxnChg>
        <pc:cxnChg chg="mod">
          <ac:chgData name="TIAGO REIS" userId="fc21a7d1-6254-43fb-a66d-a9e575a14475" providerId="ADAL" clId="{D5EEB2FA-89A4-5343-8469-ABBBBFE1281D}" dt="2024-05-18T10:05:36.352" v="148" actId="14100"/>
          <ac:cxnSpMkLst>
            <pc:docMk/>
            <pc:sldMk cId="2332539716" sldId="263"/>
            <ac:cxnSpMk id="57" creationId="{48A1B1DE-E45E-E4D9-1C1D-DCD1EF357431}"/>
          </ac:cxnSpMkLst>
        </pc:cxnChg>
        <pc:cxnChg chg="mod">
          <ac:chgData name="TIAGO REIS" userId="fc21a7d1-6254-43fb-a66d-a9e575a14475" providerId="ADAL" clId="{D5EEB2FA-89A4-5343-8469-ABBBBFE1281D}" dt="2024-05-18T10:18:06.114" v="351" actId="1076"/>
          <ac:cxnSpMkLst>
            <pc:docMk/>
            <pc:sldMk cId="2332539716" sldId="263"/>
            <ac:cxnSpMk id="1092" creationId="{96B34F4C-A42A-927D-B628-F4266061B48D}"/>
          </ac:cxnSpMkLst>
        </pc:cxnChg>
        <pc:cxnChg chg="mod">
          <ac:chgData name="TIAGO REIS" userId="fc21a7d1-6254-43fb-a66d-a9e575a14475" providerId="ADAL" clId="{D5EEB2FA-89A4-5343-8469-ABBBBFE1281D}" dt="2024-05-18T10:18:39.165" v="357" actId="14100"/>
          <ac:cxnSpMkLst>
            <pc:docMk/>
            <pc:sldMk cId="2332539716" sldId="263"/>
            <ac:cxnSpMk id="1117" creationId="{13D30DB9-65FC-E655-F720-7751ED5475C5}"/>
          </ac:cxnSpMkLst>
        </pc:cxnChg>
      </pc:sldChg>
      <pc:sldChg chg="addSp delSp modSp add mod">
        <pc:chgData name="TIAGO REIS" userId="fc21a7d1-6254-43fb-a66d-a9e575a14475" providerId="ADAL" clId="{D5EEB2FA-89A4-5343-8469-ABBBBFE1281D}" dt="2024-05-18T10:19:12.606" v="363" actId="1076"/>
        <pc:sldMkLst>
          <pc:docMk/>
          <pc:sldMk cId="142676891" sldId="264"/>
        </pc:sldMkLst>
        <pc:spChg chg="mod">
          <ac:chgData name="TIAGO REIS" userId="fc21a7d1-6254-43fb-a66d-a9e575a14475" providerId="ADAL" clId="{D5EEB2FA-89A4-5343-8469-ABBBBFE1281D}" dt="2024-05-18T10:19:12.606" v="363" actId="1076"/>
          <ac:spMkLst>
            <pc:docMk/>
            <pc:sldMk cId="142676891" sldId="264"/>
            <ac:spMk id="11" creationId="{1B975F8C-227F-B101-5D78-2A5C13CAF2BB}"/>
          </ac:spMkLst>
        </pc:spChg>
        <pc:spChg chg="mod">
          <ac:chgData name="TIAGO REIS" userId="fc21a7d1-6254-43fb-a66d-a9e575a14475" providerId="ADAL" clId="{D5EEB2FA-89A4-5343-8469-ABBBBFE1281D}" dt="2024-05-18T10:13:23.411" v="269" actId="1076"/>
          <ac:spMkLst>
            <pc:docMk/>
            <pc:sldMk cId="142676891" sldId="264"/>
            <ac:spMk id="13" creationId="{E9AB8827-4A1A-7B62-FD2A-CFD3C9A49E20}"/>
          </ac:spMkLst>
        </pc:spChg>
        <pc:spChg chg="mod">
          <ac:chgData name="TIAGO REIS" userId="fc21a7d1-6254-43fb-a66d-a9e575a14475" providerId="ADAL" clId="{D5EEB2FA-89A4-5343-8469-ABBBBFE1281D}" dt="2024-05-18T10:13:23.411" v="269" actId="1076"/>
          <ac:spMkLst>
            <pc:docMk/>
            <pc:sldMk cId="142676891" sldId="264"/>
            <ac:spMk id="15" creationId="{1C7DA3B5-B9E9-A3A3-8E89-95E843A22194}"/>
          </ac:spMkLst>
        </pc:spChg>
        <pc:spChg chg="mod">
          <ac:chgData name="TIAGO REIS" userId="fc21a7d1-6254-43fb-a66d-a9e575a14475" providerId="ADAL" clId="{D5EEB2FA-89A4-5343-8469-ABBBBFE1281D}" dt="2024-05-18T10:13:23.411" v="269" actId="1076"/>
          <ac:spMkLst>
            <pc:docMk/>
            <pc:sldMk cId="142676891" sldId="264"/>
            <ac:spMk id="16" creationId="{C6B3CD8D-9A8B-B61C-8E30-A76A461FC3CD}"/>
          </ac:spMkLst>
        </pc:spChg>
        <pc:spChg chg="add mod">
          <ac:chgData name="TIAGO REIS" userId="fc21a7d1-6254-43fb-a66d-a9e575a14475" providerId="ADAL" clId="{D5EEB2FA-89A4-5343-8469-ABBBBFE1281D}" dt="2024-05-18T10:14:45.642" v="279" actId="1076"/>
          <ac:spMkLst>
            <pc:docMk/>
            <pc:sldMk cId="142676891" sldId="264"/>
            <ac:spMk id="17" creationId="{094CAD73-E25E-1972-AD37-F4BCE1A5FBA5}"/>
          </ac:spMkLst>
        </pc:spChg>
        <pc:spChg chg="add mod">
          <ac:chgData name="TIAGO REIS" userId="fc21a7d1-6254-43fb-a66d-a9e575a14475" providerId="ADAL" clId="{D5EEB2FA-89A4-5343-8469-ABBBBFE1281D}" dt="2024-05-18T10:14:42.051" v="278" actId="1076"/>
          <ac:spMkLst>
            <pc:docMk/>
            <pc:sldMk cId="142676891" sldId="264"/>
            <ac:spMk id="18" creationId="{D17481BC-49DE-89BD-2B05-CDD961B03D00}"/>
          </ac:spMkLst>
        </pc:spChg>
        <pc:spChg chg="add mod">
          <ac:chgData name="TIAGO REIS" userId="fc21a7d1-6254-43fb-a66d-a9e575a14475" providerId="ADAL" clId="{D5EEB2FA-89A4-5343-8469-ABBBBFE1281D}" dt="2024-05-18T10:16:26.349" v="335" actId="1076"/>
          <ac:spMkLst>
            <pc:docMk/>
            <pc:sldMk cId="142676891" sldId="264"/>
            <ac:spMk id="23" creationId="{BA465A1A-44C1-B9EC-343E-8B719E21EA20}"/>
          </ac:spMkLst>
        </pc:spChg>
        <pc:spChg chg="add mod">
          <ac:chgData name="TIAGO REIS" userId="fc21a7d1-6254-43fb-a66d-a9e575a14475" providerId="ADAL" clId="{D5EEB2FA-89A4-5343-8469-ABBBBFE1281D}" dt="2024-05-18T10:16:46.049" v="338" actId="1076"/>
          <ac:spMkLst>
            <pc:docMk/>
            <pc:sldMk cId="142676891" sldId="264"/>
            <ac:spMk id="25" creationId="{A371A3EA-2DFF-5306-8165-9140CBCA02F3}"/>
          </ac:spMkLst>
        </pc:spChg>
        <pc:spChg chg="mod">
          <ac:chgData name="TIAGO REIS" userId="fc21a7d1-6254-43fb-a66d-a9e575a14475" providerId="ADAL" clId="{D5EEB2FA-89A4-5343-8469-ABBBBFE1281D}" dt="2024-05-18T10:13:10.840" v="266" actId="1076"/>
          <ac:spMkLst>
            <pc:docMk/>
            <pc:sldMk cId="142676891" sldId="264"/>
            <ac:spMk id="37" creationId="{529786CC-F29A-B4C8-95F7-F84581285178}"/>
          </ac:spMkLst>
        </pc:spChg>
        <pc:spChg chg="del">
          <ac:chgData name="TIAGO REIS" userId="fc21a7d1-6254-43fb-a66d-a9e575a14475" providerId="ADAL" clId="{D5EEB2FA-89A4-5343-8469-ABBBBFE1281D}" dt="2024-05-18T10:12:12.372" v="237" actId="478"/>
          <ac:spMkLst>
            <pc:docMk/>
            <pc:sldMk cId="142676891" sldId="264"/>
            <ac:spMk id="46" creationId="{8BD16699-BB8E-AD99-4438-5C27CD265C58}"/>
          </ac:spMkLst>
        </pc:spChg>
        <pc:spChg chg="mod">
          <ac:chgData name="TIAGO REIS" userId="fc21a7d1-6254-43fb-a66d-a9e575a14475" providerId="ADAL" clId="{D5EEB2FA-89A4-5343-8469-ABBBBFE1281D}" dt="2024-05-18T10:17:04.098" v="340" actId="1076"/>
          <ac:spMkLst>
            <pc:docMk/>
            <pc:sldMk cId="142676891" sldId="264"/>
            <ac:spMk id="1029" creationId="{0A0FDDA2-4F1F-C8D7-5EBC-96EC45919039}"/>
          </ac:spMkLst>
        </pc:spChg>
        <pc:spChg chg="mod">
          <ac:chgData name="TIAGO REIS" userId="fc21a7d1-6254-43fb-a66d-a9e575a14475" providerId="ADAL" clId="{D5EEB2FA-89A4-5343-8469-ABBBBFE1281D}" dt="2024-05-18T10:17:04.098" v="340" actId="1076"/>
          <ac:spMkLst>
            <pc:docMk/>
            <pc:sldMk cId="142676891" sldId="264"/>
            <ac:spMk id="1031" creationId="{66C62DD6-836D-BDD0-F7AA-C4D3025E64F2}"/>
          </ac:spMkLst>
        </pc:spChg>
        <pc:picChg chg="del">
          <ac:chgData name="TIAGO REIS" userId="fc21a7d1-6254-43fb-a66d-a9e575a14475" providerId="ADAL" clId="{D5EEB2FA-89A4-5343-8469-ABBBBFE1281D}" dt="2024-05-18T10:12:09.224" v="236" actId="478"/>
          <ac:picMkLst>
            <pc:docMk/>
            <pc:sldMk cId="142676891" sldId="264"/>
            <ac:picMk id="7" creationId="{331CA774-80F9-7068-9909-5F9619091FF1}"/>
          </ac:picMkLst>
        </pc:picChg>
        <pc:picChg chg="add mod">
          <ac:chgData name="TIAGO REIS" userId="fc21a7d1-6254-43fb-a66d-a9e575a14475" providerId="ADAL" clId="{D5EEB2FA-89A4-5343-8469-ABBBBFE1281D}" dt="2024-05-18T10:12:42.121" v="255" actId="1076"/>
          <ac:picMkLst>
            <pc:docMk/>
            <pc:sldMk cId="142676891" sldId="264"/>
            <ac:picMk id="10" creationId="{0FD42944-DE90-B9F7-906A-CD58DC8D7F6A}"/>
          </ac:picMkLst>
        </pc:picChg>
        <pc:picChg chg="mod">
          <ac:chgData name="TIAGO REIS" userId="fc21a7d1-6254-43fb-a66d-a9e575a14475" providerId="ADAL" clId="{D5EEB2FA-89A4-5343-8469-ABBBBFE1281D}" dt="2024-05-18T10:17:04.098" v="340" actId="1076"/>
          <ac:picMkLst>
            <pc:docMk/>
            <pc:sldMk cId="142676891" sldId="264"/>
            <ac:picMk id="12" creationId="{3596BEDD-3397-6536-FCAD-08A5D89363DD}"/>
          </ac:picMkLst>
        </pc:picChg>
        <pc:picChg chg="del">
          <ac:chgData name="TIAGO REIS" userId="fc21a7d1-6254-43fb-a66d-a9e575a14475" providerId="ADAL" clId="{D5EEB2FA-89A4-5343-8469-ABBBBFE1281D}" dt="2024-05-18T10:12:13.105" v="238" actId="478"/>
          <ac:picMkLst>
            <pc:docMk/>
            <pc:sldMk cId="142676891" sldId="264"/>
            <ac:picMk id="14" creationId="{52140312-4032-8536-68F2-B767117FCE1F}"/>
          </ac:picMkLst>
        </pc:picChg>
        <pc:picChg chg="mod">
          <ac:chgData name="TIAGO REIS" userId="fc21a7d1-6254-43fb-a66d-a9e575a14475" providerId="ADAL" clId="{D5EEB2FA-89A4-5343-8469-ABBBBFE1281D}" dt="2024-05-18T10:13:23.411" v="269" actId="1076"/>
          <ac:picMkLst>
            <pc:docMk/>
            <pc:sldMk cId="142676891" sldId="264"/>
            <ac:picMk id="1025" creationId="{E90F61FB-C8D6-B59B-01D9-30513FE77D8C}"/>
          </ac:picMkLst>
        </pc:picChg>
        <pc:picChg chg="mod">
          <ac:chgData name="TIAGO REIS" userId="fc21a7d1-6254-43fb-a66d-a9e575a14475" providerId="ADAL" clId="{D5EEB2FA-89A4-5343-8469-ABBBBFE1281D}" dt="2024-05-18T10:13:23.411" v="269" actId="1076"/>
          <ac:picMkLst>
            <pc:docMk/>
            <pc:sldMk cId="142676891" sldId="264"/>
            <ac:picMk id="1034" creationId="{EB712D24-5644-4A7C-C8DE-37AA1EE3920D}"/>
          </ac:picMkLst>
        </pc:picChg>
        <pc:picChg chg="mod">
          <ac:chgData name="TIAGO REIS" userId="fc21a7d1-6254-43fb-a66d-a9e575a14475" providerId="ADAL" clId="{D5EEB2FA-89A4-5343-8469-ABBBBFE1281D}" dt="2024-05-18T10:16:41.136" v="337" actId="1076"/>
          <ac:picMkLst>
            <pc:docMk/>
            <pc:sldMk cId="142676891" sldId="264"/>
            <ac:picMk id="1044" creationId="{B26F55EC-31DE-4884-AE73-E9AF6249018F}"/>
          </ac:picMkLst>
        </pc:picChg>
        <pc:cxnChg chg="mod">
          <ac:chgData name="TIAGO REIS" userId="fc21a7d1-6254-43fb-a66d-a9e575a14475" providerId="ADAL" clId="{D5EEB2FA-89A4-5343-8469-ABBBBFE1281D}" dt="2024-05-18T10:13:23.411" v="269" actId="1076"/>
          <ac:cxnSpMkLst>
            <pc:docMk/>
            <pc:sldMk cId="142676891" sldId="264"/>
            <ac:cxnSpMk id="24" creationId="{72DB308E-024F-C84D-B5F0-C1E10E948C08}"/>
          </ac:cxnSpMkLst>
        </pc:cxnChg>
        <pc:cxnChg chg="mod">
          <ac:chgData name="TIAGO REIS" userId="fc21a7d1-6254-43fb-a66d-a9e575a14475" providerId="ADAL" clId="{D5EEB2FA-89A4-5343-8469-ABBBBFE1281D}" dt="2024-05-18T10:13:23.411" v="269" actId="1076"/>
          <ac:cxnSpMkLst>
            <pc:docMk/>
            <pc:sldMk cId="142676891" sldId="264"/>
            <ac:cxnSpMk id="27" creationId="{21D1F3AC-ECDD-4338-12E4-8C77914D51B2}"/>
          </ac:cxnSpMkLst>
        </pc:cxnChg>
        <pc:cxnChg chg="add mod">
          <ac:chgData name="TIAGO REIS" userId="fc21a7d1-6254-43fb-a66d-a9e575a14475" providerId="ADAL" clId="{D5EEB2FA-89A4-5343-8469-ABBBBFE1281D}" dt="2024-05-18T10:17:52.461" v="349" actId="14100"/>
          <ac:cxnSpMkLst>
            <pc:docMk/>
            <pc:sldMk cId="142676891" sldId="264"/>
            <ac:cxnSpMk id="28" creationId="{75336673-2B4C-FBB9-4769-C5E98C4EE6D8}"/>
          </ac:cxnSpMkLst>
        </pc:cxnChg>
        <pc:cxnChg chg="del mod">
          <ac:chgData name="TIAGO REIS" userId="fc21a7d1-6254-43fb-a66d-a9e575a14475" providerId="ADAL" clId="{D5EEB2FA-89A4-5343-8469-ABBBBFE1281D}" dt="2024-05-18T10:12:18.007" v="240" actId="478"/>
          <ac:cxnSpMkLst>
            <pc:docMk/>
            <pc:sldMk cId="142676891" sldId="264"/>
            <ac:cxnSpMk id="31" creationId="{44B3DF38-183C-AF3D-1392-3C93F85F9063}"/>
          </ac:cxnSpMkLst>
        </pc:cxnChg>
        <pc:cxnChg chg="mod">
          <ac:chgData name="TIAGO REIS" userId="fc21a7d1-6254-43fb-a66d-a9e575a14475" providerId="ADAL" clId="{D5EEB2FA-89A4-5343-8469-ABBBBFE1281D}" dt="2024-05-18T10:16:41.136" v="337" actId="1076"/>
          <ac:cxnSpMkLst>
            <pc:docMk/>
            <pc:sldMk cId="142676891" sldId="264"/>
            <ac:cxnSpMk id="1092" creationId="{96B34F4C-A42A-927D-B628-F4266061B48D}"/>
          </ac:cxnSpMkLst>
        </pc:cxnChg>
        <pc:cxnChg chg="mod">
          <ac:chgData name="TIAGO REIS" userId="fc21a7d1-6254-43fb-a66d-a9e575a14475" providerId="ADAL" clId="{D5EEB2FA-89A4-5343-8469-ABBBBFE1281D}" dt="2024-05-18T10:17:11.671" v="341" actId="14100"/>
          <ac:cxnSpMkLst>
            <pc:docMk/>
            <pc:sldMk cId="142676891" sldId="264"/>
            <ac:cxnSpMk id="1117" creationId="{13D30DB9-65FC-E655-F720-7751ED5475C5}"/>
          </ac:cxnSpMkLst>
        </pc:cxnChg>
      </pc:sldChg>
    </pc:docChg>
  </pc:docChgLst>
  <pc:docChgLst>
    <pc:chgData name="Nélson Moreira (1070792)" userId="S::1070792@isep.ipp.pt::af76d163-2cce-49ba-80c4-2ffbb0644425" providerId="AD" clId="Web-{A64EF822-C2E4-944F-A899-5DC0D6F3724D}"/>
    <pc:docChg chg="addSld delSld modSld sldOrd modMainMaster">
      <pc:chgData name="Nélson Moreira (1070792)" userId="S::1070792@isep.ipp.pt::af76d163-2cce-49ba-80c4-2ffbb0644425" providerId="AD" clId="Web-{A64EF822-C2E4-944F-A899-5DC0D6F3724D}" dt="2024-06-08T19:46:33.629" v="405" actId="20577"/>
      <pc:docMkLst>
        <pc:docMk/>
      </pc:docMkLst>
      <pc:sldChg chg="addSp mod">
        <pc:chgData name="Nélson Moreira (1070792)" userId="S::1070792@isep.ipp.pt::af76d163-2cce-49ba-80c4-2ffbb0644425" providerId="AD" clId="Web-{A64EF822-C2E4-944F-A899-5DC0D6F3724D}" dt="2024-06-08T19:25:18.835" v="262"/>
        <pc:sldMkLst>
          <pc:docMk/>
          <pc:sldMk cId="95992585" sldId="257"/>
        </pc:sldMkLst>
        <pc:picChg chg="add">
          <ac:chgData name="Nélson Moreira (1070792)" userId="S::1070792@isep.ipp.pt::af76d163-2cce-49ba-80c4-2ffbb0644425" providerId="AD" clId="Web-{A64EF822-C2E4-944F-A899-5DC0D6F3724D}" dt="2024-06-08T19:25:18.835" v="262"/>
          <ac:picMkLst>
            <pc:docMk/>
            <pc:sldMk cId="95992585" sldId="257"/>
            <ac:picMk id="4" creationId="{35547789-C49A-8E9D-9455-7850E650D8C9}"/>
          </ac:picMkLst>
        </pc:picChg>
      </pc:sldChg>
      <pc:sldChg chg="mod">
        <pc:chgData name="Nélson Moreira (1070792)" userId="S::1070792@isep.ipp.pt::af76d163-2cce-49ba-80c4-2ffbb0644425" providerId="AD" clId="Web-{A64EF822-C2E4-944F-A899-5DC0D6F3724D}" dt="2024-06-08T18:46:56.204" v="146"/>
        <pc:sldMkLst>
          <pc:docMk/>
          <pc:sldMk cId="2332539716" sldId="263"/>
        </pc:sldMkLst>
      </pc:sldChg>
      <pc:sldChg chg="addSp delSp mod ord">
        <pc:chgData name="Nélson Moreira (1070792)" userId="S::1070792@isep.ipp.pt::af76d163-2cce-49ba-80c4-2ffbb0644425" providerId="AD" clId="Web-{A64EF822-C2E4-944F-A899-5DC0D6F3724D}" dt="2024-06-08T19:03:05.719" v="184"/>
        <pc:sldMkLst>
          <pc:docMk/>
          <pc:sldMk cId="1044631965" sldId="266"/>
        </pc:sldMkLst>
        <pc:picChg chg="add del">
          <ac:chgData name="Nélson Moreira (1070792)" userId="S::1070792@isep.ipp.pt::af76d163-2cce-49ba-80c4-2ffbb0644425" providerId="AD" clId="Web-{A64EF822-C2E4-944F-A899-5DC0D6F3724D}" dt="2024-06-08T19:03:00.156" v="183"/>
          <ac:picMkLst>
            <pc:docMk/>
            <pc:sldMk cId="1044631965" sldId="266"/>
            <ac:picMk id="4" creationId="{1BA05A9B-C158-BC59-9A02-F74FB0F1451F}"/>
          </ac:picMkLst>
        </pc:picChg>
        <pc:picChg chg="add">
          <ac:chgData name="Nélson Moreira (1070792)" userId="S::1070792@isep.ipp.pt::af76d163-2cce-49ba-80c4-2ffbb0644425" providerId="AD" clId="Web-{A64EF822-C2E4-944F-A899-5DC0D6F3724D}" dt="2024-06-08T19:03:05.719" v="184"/>
          <ac:picMkLst>
            <pc:docMk/>
            <pc:sldMk cId="1044631965" sldId="266"/>
            <ac:picMk id="8" creationId="{83CD8ECF-AA69-D462-B3DE-48A01EE8B1F6}"/>
          </ac:picMkLst>
        </pc:picChg>
      </pc:sldChg>
      <pc:sldChg chg="addSp delSp modSp mod">
        <pc:chgData name="Nélson Moreira (1070792)" userId="S::1070792@isep.ipp.pt::af76d163-2cce-49ba-80c4-2ffbb0644425" providerId="AD" clId="Web-{A64EF822-C2E4-944F-A899-5DC0D6F3724D}" dt="2024-06-08T19:02:54.078" v="182"/>
        <pc:sldMkLst>
          <pc:docMk/>
          <pc:sldMk cId="933074457" sldId="267"/>
        </pc:sldMkLst>
        <pc:picChg chg="add del ord">
          <ac:chgData name="Nélson Moreira (1070792)" userId="S::1070792@isep.ipp.pt::af76d163-2cce-49ba-80c4-2ffbb0644425" providerId="AD" clId="Web-{A64EF822-C2E4-944F-A899-5DC0D6F3724D}" dt="2024-06-08T19:02:54.078" v="182"/>
          <ac:picMkLst>
            <pc:docMk/>
            <pc:sldMk cId="933074457" sldId="267"/>
            <ac:picMk id="25" creationId="{C2E2B73F-C32C-E2E3-C4D9-A8A47C1C3831}"/>
          </ac:picMkLst>
        </pc:picChg>
      </pc:sldChg>
      <pc:sldChg chg="addSp mod">
        <pc:chgData name="Nélson Moreira (1070792)" userId="S::1070792@isep.ipp.pt::af76d163-2cce-49ba-80c4-2ffbb0644425" providerId="AD" clId="Web-{A64EF822-C2E4-944F-A899-5DC0D6F3724D}" dt="2024-06-08T19:25:23.444" v="263"/>
        <pc:sldMkLst>
          <pc:docMk/>
          <pc:sldMk cId="748750113" sldId="268"/>
        </pc:sldMkLst>
        <pc:picChg chg="add">
          <ac:chgData name="Nélson Moreira (1070792)" userId="S::1070792@isep.ipp.pt::af76d163-2cce-49ba-80c4-2ffbb0644425" providerId="AD" clId="Web-{A64EF822-C2E4-944F-A899-5DC0D6F3724D}" dt="2024-06-08T19:25:23.444" v="263"/>
          <ac:picMkLst>
            <pc:docMk/>
            <pc:sldMk cId="748750113" sldId="268"/>
            <ac:picMk id="4" creationId="{15A48A64-6827-D3DA-F066-A7B26CF9DFAF}"/>
          </ac:picMkLst>
        </pc:picChg>
      </pc:sldChg>
      <pc:sldChg chg="addSp mod">
        <pc:chgData name="Nélson Moreira (1070792)" userId="S::1070792@isep.ipp.pt::af76d163-2cce-49ba-80c4-2ffbb0644425" providerId="AD" clId="Web-{A64EF822-C2E4-944F-A899-5DC0D6F3724D}" dt="2024-06-08T19:25:14.319" v="261"/>
        <pc:sldMkLst>
          <pc:docMk/>
          <pc:sldMk cId="2399950062" sldId="269"/>
        </pc:sldMkLst>
        <pc:picChg chg="add">
          <ac:chgData name="Nélson Moreira (1070792)" userId="S::1070792@isep.ipp.pt::af76d163-2cce-49ba-80c4-2ffbb0644425" providerId="AD" clId="Web-{A64EF822-C2E4-944F-A899-5DC0D6F3724D}" dt="2024-06-08T19:25:14.319" v="261"/>
          <ac:picMkLst>
            <pc:docMk/>
            <pc:sldMk cId="2399950062" sldId="269"/>
            <ac:picMk id="4" creationId="{F85D7A90-9F43-2EF3-FCD1-29C8936F2818}"/>
          </ac:picMkLst>
        </pc:picChg>
      </pc:sldChg>
      <pc:sldChg chg="addSp mod">
        <pc:chgData name="Nélson Moreira (1070792)" userId="S::1070792@isep.ipp.pt::af76d163-2cce-49ba-80c4-2ffbb0644425" providerId="AD" clId="Web-{A64EF822-C2E4-944F-A899-5DC0D6F3724D}" dt="2024-06-08T19:25:27.304" v="264"/>
        <pc:sldMkLst>
          <pc:docMk/>
          <pc:sldMk cId="358854913" sldId="270"/>
        </pc:sldMkLst>
        <pc:picChg chg="add">
          <ac:chgData name="Nélson Moreira (1070792)" userId="S::1070792@isep.ipp.pt::af76d163-2cce-49ba-80c4-2ffbb0644425" providerId="AD" clId="Web-{A64EF822-C2E4-944F-A899-5DC0D6F3724D}" dt="2024-06-08T19:25:27.304" v="264"/>
          <ac:picMkLst>
            <pc:docMk/>
            <pc:sldMk cId="358854913" sldId="270"/>
            <ac:picMk id="6" creationId="{C9C7DC21-3614-94DE-7D8F-3FC0C0299A57}"/>
          </ac:picMkLst>
        </pc:picChg>
      </pc:sldChg>
      <pc:sldChg chg="addSp mod">
        <pc:chgData name="Nélson Moreira (1070792)" userId="S::1070792@isep.ipp.pt::af76d163-2cce-49ba-80c4-2ffbb0644425" providerId="AD" clId="Web-{A64EF822-C2E4-944F-A899-5DC0D6F3724D}" dt="2024-06-08T19:25:08.381" v="260"/>
        <pc:sldMkLst>
          <pc:docMk/>
          <pc:sldMk cId="3522664602" sldId="271"/>
        </pc:sldMkLst>
        <pc:picChg chg="add">
          <ac:chgData name="Nélson Moreira (1070792)" userId="S::1070792@isep.ipp.pt::af76d163-2cce-49ba-80c4-2ffbb0644425" providerId="AD" clId="Web-{A64EF822-C2E4-944F-A899-5DC0D6F3724D}" dt="2024-06-08T19:25:08.381" v="260"/>
          <ac:picMkLst>
            <pc:docMk/>
            <pc:sldMk cId="3522664602" sldId="271"/>
            <ac:picMk id="3" creationId="{3DAC54D7-A834-0973-46E2-8778C6CB45AD}"/>
          </ac:picMkLst>
        </pc:picChg>
      </pc:sldChg>
      <pc:sldChg chg="addSp mod">
        <pc:chgData name="Nélson Moreira (1070792)" userId="S::1070792@isep.ipp.pt::af76d163-2cce-49ba-80c4-2ffbb0644425" providerId="AD" clId="Web-{A64EF822-C2E4-944F-A899-5DC0D6F3724D}" dt="2024-06-08T19:25:01.943" v="259"/>
        <pc:sldMkLst>
          <pc:docMk/>
          <pc:sldMk cId="4162924565" sldId="272"/>
        </pc:sldMkLst>
        <pc:picChg chg="add">
          <ac:chgData name="Nélson Moreira (1070792)" userId="S::1070792@isep.ipp.pt::af76d163-2cce-49ba-80c4-2ffbb0644425" providerId="AD" clId="Web-{A64EF822-C2E4-944F-A899-5DC0D6F3724D}" dt="2024-06-08T19:25:01.943" v="259"/>
          <ac:picMkLst>
            <pc:docMk/>
            <pc:sldMk cId="4162924565" sldId="272"/>
            <ac:picMk id="3" creationId="{279C7C56-96A7-BD18-1C9C-D4D842B188CC}"/>
          </ac:picMkLst>
        </pc:picChg>
      </pc:sldChg>
      <pc:sldChg chg="addSp delSp modSp new mod ord setBg modClrScheme delDesignElem chgLayout">
        <pc:chgData name="Nélson Moreira (1070792)" userId="S::1070792@isep.ipp.pt::af76d163-2cce-49ba-80c4-2ffbb0644425" providerId="AD" clId="Web-{A64EF822-C2E4-944F-A899-5DC0D6F3724D}" dt="2024-06-08T18:58:51.086" v="173"/>
        <pc:sldMkLst>
          <pc:docMk/>
          <pc:sldMk cId="2793776362" sldId="273"/>
        </pc:sldMkLst>
        <pc:spChg chg="mod ord">
          <ac:chgData name="Nélson Moreira (1070792)" userId="S::1070792@isep.ipp.pt::af76d163-2cce-49ba-80c4-2ffbb0644425" providerId="AD" clId="Web-{A64EF822-C2E4-944F-A899-5DC0D6F3724D}" dt="2024-06-08T18:58:51.086" v="173"/>
          <ac:spMkLst>
            <pc:docMk/>
            <pc:sldMk cId="2793776362" sldId="273"/>
            <ac:spMk id="2" creationId="{00D9BBDE-3497-7EBF-E93D-1D3D923F6E23}"/>
          </ac:spMkLst>
        </pc:spChg>
        <pc:spChg chg="mod ord">
          <ac:chgData name="Nélson Moreira (1070792)" userId="S::1070792@isep.ipp.pt::af76d163-2cce-49ba-80c4-2ffbb0644425" providerId="AD" clId="Web-{A64EF822-C2E4-944F-A899-5DC0D6F3724D}" dt="2024-06-08T18:58:51.086" v="173"/>
          <ac:spMkLst>
            <pc:docMk/>
            <pc:sldMk cId="2793776362" sldId="273"/>
            <ac:spMk id="3" creationId="{88DFCB98-02B5-F4C7-F4BF-85E7230E902F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38:50.648" v="101"/>
          <ac:spMkLst>
            <pc:docMk/>
            <pc:sldMk cId="2793776362" sldId="273"/>
            <ac:spMk id="8" creationId="{815925C2-A704-4D47-B1C1-3FCA52512EC1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9" creationId="{1A3C89F8-0D2F-47FF-B903-151248265F4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38:50.648" v="101"/>
          <ac:spMkLst>
            <pc:docMk/>
            <pc:sldMk cId="2793776362" sldId="273"/>
            <ac:spMk id="10" creationId="{01D4315C-C23C-4FD3-98DF-08C29E2292A8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11" creationId="{C5CB530E-515E-412C-9DF1-5F8FFBD6F383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13" creationId="{712D4376-A578-4FF1-94FC-245E7A6A489F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15" creationId="{AEA7509D-F04F-40CB-A0B3-EEF16499CC9F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19" creationId="{508BEF50-7B1E-49A4-BC19-5F4F1D755E64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21" creationId="{3FBAD350-5664-4811-A208-657FB882D350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3.601" v="168"/>
          <ac:spMkLst>
            <pc:docMk/>
            <pc:sldMk cId="2793776362" sldId="273"/>
            <ac:spMk id="23" creationId="{C39ADB8F-D187-49D7-BDCF-C1B6DC727068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6.507" v="170"/>
          <ac:spMkLst>
            <pc:docMk/>
            <pc:sldMk cId="2793776362" sldId="273"/>
            <ac:spMk id="26" creationId="{DEE2AD96-B495-4E06-9291-B71706F728CB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6.507" v="170"/>
          <ac:spMkLst>
            <pc:docMk/>
            <pc:sldMk cId="2793776362" sldId="273"/>
            <ac:spMk id="27" creationId="{53CF6D67-C5A8-4ADD-9E8E-1E38CA1D3166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38:32.663" v="98"/>
          <ac:spMkLst>
            <pc:docMk/>
            <pc:sldMk cId="2793776362" sldId="273"/>
            <ac:spMk id="28" creationId="{815925C2-A704-4D47-B1C1-3FCA52512EC1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38:50.538" v="100"/>
          <ac:spMkLst>
            <pc:docMk/>
            <pc:sldMk cId="2793776362" sldId="273"/>
            <ac:spMk id="29" creationId="{F944E337-3E5D-4A1F-A5A1-2057F25B8A7B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38:32.663" v="98"/>
          <ac:spMkLst>
            <pc:docMk/>
            <pc:sldMk cId="2793776362" sldId="273"/>
            <ac:spMk id="30" creationId="{01D4315C-C23C-4FD3-98DF-08C29E2292A8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38:50.538" v="100"/>
          <ac:spMkLst>
            <pc:docMk/>
            <pc:sldMk cId="2793776362" sldId="273"/>
            <ac:spMk id="31" creationId="{4DA50D69-7CF7-4844-B844-A2B821C77F24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6.507" v="170"/>
          <ac:spMkLst>
            <pc:docMk/>
            <pc:sldMk cId="2793776362" sldId="273"/>
            <ac:spMk id="33" creationId="{86909FA0-B515-4681-B7A8-FA281D133B94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6.507" v="170"/>
          <ac:spMkLst>
            <pc:docMk/>
            <pc:sldMk cId="2793776362" sldId="273"/>
            <ac:spMk id="34" creationId="{21C9FE86-FCC3-4A31-AA1C-C882262B7FE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51.086" v="173"/>
          <ac:spMkLst>
            <pc:docMk/>
            <pc:sldMk cId="2793776362" sldId="273"/>
            <ac:spMk id="35" creationId="{815925C2-A704-4D47-B1C1-3FCA52512EC1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6.507" v="170"/>
          <ac:spMkLst>
            <pc:docMk/>
            <pc:sldMk cId="2793776362" sldId="273"/>
            <ac:spMk id="37" creationId="{7D96243B-ECED-4B71-8E06-AE9A285EAD20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36.507" v="170"/>
          <ac:spMkLst>
            <pc:docMk/>
            <pc:sldMk cId="2793776362" sldId="273"/>
            <ac:spMk id="38" creationId="{A09989E4-EFDC-4A90-A633-E0525FB4139E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50.195" v="172"/>
          <ac:spMkLst>
            <pc:docMk/>
            <pc:sldMk cId="2793776362" sldId="273"/>
            <ac:spMk id="40" creationId="{081EA652-8C6A-4E69-BEB9-170809474553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50.195" v="172"/>
          <ac:spMkLst>
            <pc:docMk/>
            <pc:sldMk cId="2793776362" sldId="273"/>
            <ac:spMk id="41" creationId="{5298780A-33B9-4EA2-8F67-DE68AD62841B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50.195" v="172"/>
          <ac:spMkLst>
            <pc:docMk/>
            <pc:sldMk cId="2793776362" sldId="273"/>
            <ac:spMk id="42" creationId="{7F488E8B-4E1E-4402-8935-D4E6C02615C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8:51.086" v="173"/>
          <ac:spMkLst>
            <pc:docMk/>
            <pc:sldMk cId="2793776362" sldId="273"/>
            <ac:spMk id="44" creationId="{01D4315C-C23C-4FD3-98DF-08C29E2292A8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49:20.318" v="148"/>
          <ac:spMkLst>
            <pc:docMk/>
            <pc:sldMk cId="2793776362" sldId="273"/>
            <ac:spMk id="51" creationId="{907EF6B7-1338-4443-8C46-6A318D952DFD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49:20.318" v="148"/>
          <ac:spMkLst>
            <pc:docMk/>
            <pc:sldMk cId="2793776362" sldId="273"/>
            <ac:spMk id="53" creationId="{DAAE4CDD-124C-4DCF-9584-B6033B545DD5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49:20.318" v="148"/>
          <ac:spMkLst>
            <pc:docMk/>
            <pc:sldMk cId="2793776362" sldId="273"/>
            <ac:spMk id="55" creationId="{081E4A58-353D-44AE-B2FC-2A74E2E400F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49:27.959" v="150"/>
          <ac:spMkLst>
            <pc:docMk/>
            <pc:sldMk cId="2793776362" sldId="273"/>
            <ac:spMk id="58" creationId="{815925C2-A704-4D47-B1C1-3FCA52512EC1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49:27.959" v="150"/>
          <ac:spMkLst>
            <pc:docMk/>
            <pc:sldMk cId="2793776362" sldId="273"/>
            <ac:spMk id="67" creationId="{01D4315C-C23C-4FD3-98DF-08C29E2292A8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27.546" v="164"/>
          <ac:spMkLst>
            <pc:docMk/>
            <pc:sldMk cId="2793776362" sldId="273"/>
            <ac:spMk id="70" creationId="{907EF6B7-1338-4443-8C46-6A318D952DFD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27.546" v="164"/>
          <ac:spMkLst>
            <pc:docMk/>
            <pc:sldMk cId="2793776362" sldId="273"/>
            <ac:spMk id="71" creationId="{DAAE4CDD-124C-4DCF-9584-B6033B545DD5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27.546" v="164"/>
          <ac:spMkLst>
            <pc:docMk/>
            <pc:sldMk cId="2793776362" sldId="273"/>
            <ac:spMk id="72" creationId="{081E4A58-353D-44AE-B2FC-2A74E2E400F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13.780" v="157"/>
          <ac:spMkLst>
            <pc:docMk/>
            <pc:sldMk cId="2793776362" sldId="273"/>
            <ac:spMk id="77" creationId="{389575E1-3389-451A-A5F7-27854C25C599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13.780" v="157"/>
          <ac:spMkLst>
            <pc:docMk/>
            <pc:sldMk cId="2793776362" sldId="273"/>
            <ac:spMk id="79" creationId="{A53CCC5C-D88E-40FB-B30B-23DCDBD01D3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13.780" v="157"/>
          <ac:spMkLst>
            <pc:docMk/>
            <pc:sldMk cId="2793776362" sldId="273"/>
            <ac:spMk id="81" creationId="{081E4A58-353D-44AE-B2FC-2A74E2E400F7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23.374" v="159"/>
          <ac:spMkLst>
            <pc:docMk/>
            <pc:sldMk cId="2793776362" sldId="273"/>
            <ac:spMk id="83" creationId="{907EF6B7-1338-4443-8C46-6A318D952DFD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23.374" v="159"/>
          <ac:spMkLst>
            <pc:docMk/>
            <pc:sldMk cId="2793776362" sldId="273"/>
            <ac:spMk id="84" creationId="{DAAE4CDD-124C-4DCF-9584-B6033B545DD5}"/>
          </ac:spMkLst>
        </pc:spChg>
        <pc:spChg chg="add del">
          <ac:chgData name="Nélson Moreira (1070792)" userId="S::1070792@isep.ipp.pt::af76d163-2cce-49ba-80c4-2ffbb0644425" providerId="AD" clId="Web-{A64EF822-C2E4-944F-A899-5DC0D6F3724D}" dt="2024-06-08T18:54:23.374" v="159"/>
          <ac:spMkLst>
            <pc:docMk/>
            <pc:sldMk cId="2793776362" sldId="273"/>
            <ac:spMk id="85" creationId="{081E4A58-353D-44AE-B2FC-2A74E2E400F7}"/>
          </ac:spMkLst>
        </pc:spChg>
        <pc:grpChg chg="add del">
          <ac:chgData name="Nélson Moreira (1070792)" userId="S::1070792@isep.ipp.pt::af76d163-2cce-49ba-80c4-2ffbb0644425" providerId="AD" clId="Web-{A64EF822-C2E4-944F-A899-5DC0D6F3724D}" dt="2024-06-08T18:38:50.648" v="101"/>
          <ac:grpSpMkLst>
            <pc:docMk/>
            <pc:sldMk cId="2793776362" sldId="273"/>
            <ac:grpSpMk id="12" creationId="{5E6B47BC-43FD-4C91-8BFF-B41B99A8A39E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38:50.648" v="101"/>
          <ac:grpSpMkLst>
            <pc:docMk/>
            <pc:sldMk cId="2793776362" sldId="273"/>
            <ac:grpSpMk id="16" creationId="{43F5E015-E085-4624-B431-B42414448684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38:32.663" v="98"/>
          <ac:grpSpMkLst>
            <pc:docMk/>
            <pc:sldMk cId="2793776362" sldId="273"/>
            <ac:grpSpMk id="32" creationId="{5E6B47BC-43FD-4C91-8BFF-B41B99A8A39E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38:32.663" v="98"/>
          <ac:grpSpMkLst>
            <pc:docMk/>
            <pc:sldMk cId="2793776362" sldId="273"/>
            <ac:grpSpMk id="36" creationId="{43F5E015-E085-4624-B431-B42414448684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58:51.086" v="173"/>
          <ac:grpSpMkLst>
            <pc:docMk/>
            <pc:sldMk cId="2793776362" sldId="273"/>
            <ac:grpSpMk id="45" creationId="{5E6B47BC-43FD-4C91-8BFF-B41B99A8A39E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58:51.086" v="173"/>
          <ac:grpSpMkLst>
            <pc:docMk/>
            <pc:sldMk cId="2793776362" sldId="273"/>
            <ac:grpSpMk id="46" creationId="{43F5E015-E085-4624-B431-B42414448684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49:27.959" v="150"/>
          <ac:grpSpMkLst>
            <pc:docMk/>
            <pc:sldMk cId="2793776362" sldId="273"/>
            <ac:grpSpMk id="59" creationId="{43F5E015-E085-4624-B431-B42414448684}"/>
          </ac:grpSpMkLst>
        </pc:grpChg>
        <pc:grpChg chg="add del">
          <ac:chgData name="Nélson Moreira (1070792)" userId="S::1070792@isep.ipp.pt::af76d163-2cce-49ba-80c4-2ffbb0644425" providerId="AD" clId="Web-{A64EF822-C2E4-944F-A899-5DC0D6F3724D}" dt="2024-06-08T18:49:27.959" v="150"/>
          <ac:grpSpMkLst>
            <pc:docMk/>
            <pc:sldMk cId="2793776362" sldId="273"/>
            <ac:grpSpMk id="68" creationId="{5E6B47BC-43FD-4C91-8BFF-B41B99A8A39E}"/>
          </ac:grpSpMkLst>
        </pc:grpChg>
        <pc:picChg chg="add del mod">
          <ac:chgData name="Nélson Moreira (1070792)" userId="S::1070792@isep.ipp.pt::af76d163-2cce-49ba-80c4-2ffbb0644425" providerId="AD" clId="Web-{A64EF822-C2E4-944F-A899-5DC0D6F3724D}" dt="2024-06-08T18:46:56.204" v="146"/>
          <ac:picMkLst>
            <pc:docMk/>
            <pc:sldMk cId="2793776362" sldId="273"/>
            <ac:picMk id="4" creationId="{C76D7782-46EE-83F3-ED0B-39D2A8F34AFE}"/>
          </ac:picMkLst>
        </pc:picChg>
        <pc:picChg chg="add del">
          <ac:chgData name="Nélson Moreira (1070792)" userId="S::1070792@isep.ipp.pt::af76d163-2cce-49ba-80c4-2ffbb0644425" providerId="AD" clId="Web-{A64EF822-C2E4-944F-A899-5DC0D6F3724D}" dt="2024-06-08T18:38:50.538" v="100"/>
          <ac:picMkLst>
            <pc:docMk/>
            <pc:sldMk cId="2793776362" sldId="273"/>
            <ac:picMk id="25" creationId="{B0254232-BFF5-0FD8-C153-832BAB6EDD9B}"/>
          </ac:picMkLst>
        </pc:picChg>
        <pc:cxnChg chg="add del">
          <ac:chgData name="Nélson Moreira (1070792)" userId="S::1070792@isep.ipp.pt::af76d163-2cce-49ba-80c4-2ffbb0644425" providerId="AD" clId="Web-{A64EF822-C2E4-944F-A899-5DC0D6F3724D}" dt="2024-06-08T18:58:33.601" v="168"/>
          <ac:cxnSpMkLst>
            <pc:docMk/>
            <pc:sldMk cId="2793776362" sldId="273"/>
            <ac:cxnSpMk id="17" creationId="{56020367-4FD5-4596-8E10-C5F095CD8DBF}"/>
          </ac:cxnSpMkLst>
        </pc:cxnChg>
        <pc:cxnChg chg="add del">
          <ac:chgData name="Nélson Moreira (1070792)" userId="S::1070792@isep.ipp.pt::af76d163-2cce-49ba-80c4-2ffbb0644425" providerId="AD" clId="Web-{A64EF822-C2E4-944F-A899-5DC0D6F3724D}" dt="2024-06-08T18:58:50.195" v="172"/>
          <ac:cxnSpMkLst>
            <pc:docMk/>
            <pc:sldMk cId="2793776362" sldId="273"/>
            <ac:cxnSpMk id="43" creationId="{23AAC9B5-8015-485C-ACF9-A750390E9A56}"/>
          </ac:cxnSpMkLst>
        </pc:cxnChg>
      </pc:sldChg>
      <pc:sldChg chg="addSp delSp modSp new mod modClrScheme chgLayout">
        <pc:chgData name="Nélson Moreira (1070792)" userId="S::1070792@isep.ipp.pt::af76d163-2cce-49ba-80c4-2ffbb0644425" providerId="AD" clId="Web-{A64EF822-C2E4-944F-A899-5DC0D6F3724D}" dt="2024-06-08T19:41:54.643" v="359" actId="20577"/>
        <pc:sldMkLst>
          <pc:docMk/>
          <pc:sldMk cId="1295602085" sldId="274"/>
        </pc:sldMkLst>
        <pc:spChg chg="mod ord">
          <ac:chgData name="Nélson Moreira (1070792)" userId="S::1070792@isep.ipp.pt::af76d163-2cce-49ba-80c4-2ffbb0644425" providerId="AD" clId="Web-{A64EF822-C2E4-944F-A899-5DC0D6F3724D}" dt="2024-06-08T19:41:54.643" v="359" actId="20577"/>
          <ac:spMkLst>
            <pc:docMk/>
            <pc:sldMk cId="1295602085" sldId="274"/>
            <ac:spMk id="2" creationId="{998137F9-A40E-386C-1AD6-AA6EEE47E300}"/>
          </ac:spMkLst>
        </pc:spChg>
        <pc:spChg chg="del mod ord">
          <ac:chgData name="Nélson Moreira (1070792)" userId="S::1070792@isep.ipp.pt::af76d163-2cce-49ba-80c4-2ffbb0644425" providerId="AD" clId="Web-{A64EF822-C2E4-944F-A899-5DC0D6F3724D}" dt="2024-06-08T19:05:58.381" v="185"/>
          <ac:spMkLst>
            <pc:docMk/>
            <pc:sldMk cId="1295602085" sldId="274"/>
            <ac:spMk id="3" creationId="{40C04F6B-4972-54FE-A26B-27DD8A6C2125}"/>
          </ac:spMkLst>
        </pc:spChg>
        <pc:spChg chg="add del mod ord">
          <ac:chgData name="Nélson Moreira (1070792)" userId="S::1070792@isep.ipp.pt::af76d163-2cce-49ba-80c4-2ffbb0644425" providerId="AD" clId="Web-{A64EF822-C2E4-944F-A899-5DC0D6F3724D}" dt="2024-06-08T19:19:04.495" v="249"/>
          <ac:spMkLst>
            <pc:docMk/>
            <pc:sldMk cId="1295602085" sldId="274"/>
            <ac:spMk id="6" creationId="{0BE342A7-3A61-96FE-10E6-41D5C0E3DAF3}"/>
          </ac:spMkLst>
        </pc:spChg>
        <pc:spChg chg="add del mod">
          <ac:chgData name="Nélson Moreira (1070792)" userId="S::1070792@isep.ipp.pt::af76d163-2cce-49ba-80c4-2ffbb0644425" providerId="AD" clId="Web-{A64EF822-C2E4-944F-A899-5DC0D6F3724D}" dt="2024-06-08T19:23:06.924" v="258"/>
          <ac:spMkLst>
            <pc:docMk/>
            <pc:sldMk cId="1295602085" sldId="274"/>
            <ac:spMk id="9" creationId="{48FE501B-3B8A-9AFE-4C06-7DDECA94BA42}"/>
          </ac:spMkLst>
        </pc:spChg>
        <pc:spChg chg="add mod">
          <ac:chgData name="Nélson Moreira (1070792)" userId="S::1070792@isep.ipp.pt::af76d163-2cce-49ba-80c4-2ffbb0644425" providerId="AD" clId="Web-{A64EF822-C2E4-944F-A899-5DC0D6F3724D}" dt="2024-06-08T19:19:13.807" v="251" actId="14100"/>
          <ac:spMkLst>
            <pc:docMk/>
            <pc:sldMk cId="1295602085" sldId="274"/>
            <ac:spMk id="10" creationId="{CBC131F3-F2E6-B926-5EBD-39C71F0B93D2}"/>
          </ac:spMkLst>
        </pc:spChg>
        <pc:spChg chg="add del mod">
          <ac:chgData name="Nélson Moreira (1070792)" userId="S::1070792@isep.ipp.pt::af76d163-2cce-49ba-80c4-2ffbb0644425" providerId="AD" clId="Web-{A64EF822-C2E4-944F-A899-5DC0D6F3724D}" dt="2024-06-08T19:21:10.295" v="257"/>
          <ac:spMkLst>
            <pc:docMk/>
            <pc:sldMk cId="1295602085" sldId="274"/>
            <ac:spMk id="14" creationId="{A8B815AC-2519-6A25-F7AB-8D4E92190830}"/>
          </ac:spMkLst>
        </pc:spChg>
        <pc:spChg chg="add del mod">
          <ac:chgData name="Nélson Moreira (1070792)" userId="S::1070792@isep.ipp.pt::af76d163-2cce-49ba-80c4-2ffbb0644425" providerId="AD" clId="Web-{A64EF822-C2E4-944F-A899-5DC0D6F3724D}" dt="2024-06-08T19:28:01.558" v="268"/>
          <ac:spMkLst>
            <pc:docMk/>
            <pc:sldMk cId="1295602085" sldId="274"/>
            <ac:spMk id="19" creationId="{4CCDD008-EFE6-4856-759B-BC8F5529AFC7}"/>
          </ac:spMkLst>
        </pc:spChg>
        <pc:picChg chg="add">
          <ac:chgData name="Nélson Moreira (1070792)" userId="S::1070792@isep.ipp.pt::af76d163-2cce-49ba-80c4-2ffbb0644425" providerId="AD" clId="Web-{A64EF822-C2E4-944F-A899-5DC0D6F3724D}" dt="2024-06-08T19:01:24.247" v="175"/>
          <ac:picMkLst>
            <pc:docMk/>
            <pc:sldMk cId="1295602085" sldId="274"/>
            <ac:picMk id="5" creationId="{8E7C9D17-F831-4F0E-0AF6-A287A335513E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09:07.996" v="200"/>
          <ac:picMkLst>
            <pc:docMk/>
            <pc:sldMk cId="1295602085" sldId="274"/>
            <ac:picMk id="7" creationId="{8BF5F622-214B-21B6-28A7-A2663578AD7D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18:45.541" v="248"/>
          <ac:picMkLst>
            <pc:docMk/>
            <pc:sldMk cId="1295602085" sldId="274"/>
            <ac:picMk id="11" creationId="{8EA3A977-2166-4C68-CD28-498E91B87E70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20:54.764" v="252"/>
          <ac:picMkLst>
            <pc:docMk/>
            <pc:sldMk cId="1295602085" sldId="274"/>
            <ac:picMk id="12" creationId="{07919EF3-8931-A8B1-25D6-48537EC2AB9F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21:07.139" v="256"/>
          <ac:picMkLst>
            <pc:docMk/>
            <pc:sldMk cId="1295602085" sldId="274"/>
            <ac:picMk id="15" creationId="{41E78B14-AD5C-C7CA-F66C-324B5D9F6869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28:01.558" v="268"/>
          <ac:picMkLst>
            <pc:docMk/>
            <pc:sldMk cId="1295602085" sldId="274"/>
            <ac:picMk id="16" creationId="{CDF1056D-38B3-CD36-A027-7B3E487F7FA7}"/>
          </ac:picMkLst>
        </pc:picChg>
        <pc:picChg chg="add mod ord">
          <ac:chgData name="Nélson Moreira (1070792)" userId="S::1070792@isep.ipp.pt::af76d163-2cce-49ba-80c4-2ffbb0644425" providerId="AD" clId="Web-{A64EF822-C2E4-944F-A899-5DC0D6F3724D}" dt="2024-06-08T19:29:06.389" v="270" actId="14100"/>
          <ac:picMkLst>
            <pc:docMk/>
            <pc:sldMk cId="1295602085" sldId="274"/>
            <ac:picMk id="17" creationId="{F501991B-3B15-389F-91C4-39DC5CBA8289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27:59.980" v="267"/>
          <ac:picMkLst>
            <pc:docMk/>
            <pc:sldMk cId="1295602085" sldId="274"/>
            <ac:picMk id="20" creationId="{06C8A343-82E9-D808-5DED-0842D60F33CE}"/>
          </ac:picMkLst>
        </pc:picChg>
      </pc:sldChg>
      <pc:sldChg chg="addSp delSp modSp new mod modClrScheme chgLayout">
        <pc:chgData name="Nélson Moreira (1070792)" userId="S::1070792@isep.ipp.pt::af76d163-2cce-49ba-80c4-2ffbb0644425" providerId="AD" clId="Web-{A64EF822-C2E4-944F-A899-5DC0D6F3724D}" dt="2024-06-08T19:42:52.692" v="378" actId="20577"/>
        <pc:sldMkLst>
          <pc:docMk/>
          <pc:sldMk cId="3867667850" sldId="275"/>
        </pc:sldMkLst>
        <pc:spChg chg="mod ord">
          <ac:chgData name="Nélson Moreira (1070792)" userId="S::1070792@isep.ipp.pt::af76d163-2cce-49ba-80c4-2ffbb0644425" providerId="AD" clId="Web-{A64EF822-C2E4-944F-A899-5DC0D6F3724D}" dt="2024-06-08T19:42:52.692" v="378" actId="20577"/>
          <ac:spMkLst>
            <pc:docMk/>
            <pc:sldMk cId="3867667850" sldId="275"/>
            <ac:spMk id="2" creationId="{06B29D86-68FC-9148-81EE-72BD77D2B100}"/>
          </ac:spMkLst>
        </pc:spChg>
        <pc:spChg chg="del">
          <ac:chgData name="Nélson Moreira (1070792)" userId="S::1070792@isep.ipp.pt::af76d163-2cce-49ba-80c4-2ffbb0644425" providerId="AD" clId="Web-{A64EF822-C2E4-944F-A899-5DC0D6F3724D}" dt="2024-06-08T19:32:27.254" v="318"/>
          <ac:spMkLst>
            <pc:docMk/>
            <pc:sldMk cId="3867667850" sldId="275"/>
            <ac:spMk id="3" creationId="{C0884320-3268-516D-A3B2-D1E802D4CE4A}"/>
          </ac:spMkLst>
        </pc:spChg>
        <pc:spChg chg="add del mod ord">
          <ac:chgData name="Nélson Moreira (1070792)" userId="S::1070792@isep.ipp.pt::af76d163-2cce-49ba-80c4-2ffbb0644425" providerId="AD" clId="Web-{A64EF822-C2E4-944F-A899-5DC0D6F3724D}" dt="2024-06-08T19:37:29.041" v="325"/>
          <ac:spMkLst>
            <pc:docMk/>
            <pc:sldMk cId="3867667850" sldId="275"/>
            <ac:spMk id="7" creationId="{7F961247-6BDD-9A42-C7CF-051D25817DF5}"/>
          </ac:spMkLst>
        </pc:spChg>
        <pc:spChg chg="add del mod">
          <ac:chgData name="Nélson Moreira (1070792)" userId="S::1070792@isep.ipp.pt::af76d163-2cce-49ba-80c4-2ffbb0644425" providerId="AD" clId="Web-{A64EF822-C2E4-944F-A899-5DC0D6F3724D}" dt="2024-06-08T19:37:27.338" v="324"/>
          <ac:spMkLst>
            <pc:docMk/>
            <pc:sldMk cId="3867667850" sldId="275"/>
            <ac:spMk id="9" creationId="{AF5CC138-7360-51A1-B9AE-656EEDE5C027}"/>
          </ac:spMkLst>
        </pc:spChg>
        <pc:picChg chg="add">
          <ac:chgData name="Nélson Moreira (1070792)" userId="S::1070792@isep.ipp.pt::af76d163-2cce-49ba-80c4-2ffbb0644425" providerId="AD" clId="Web-{A64EF822-C2E4-944F-A899-5DC0D6F3724D}" dt="2024-06-08T19:31:28.909" v="299"/>
          <ac:picMkLst>
            <pc:docMk/>
            <pc:sldMk cId="3867667850" sldId="275"/>
            <ac:picMk id="5" creationId="{8D0C74B1-D6B6-D273-7998-38B4A6A6FD07}"/>
          </ac:picMkLst>
        </pc:picChg>
        <pc:picChg chg="add del mod ord">
          <ac:chgData name="Nélson Moreira (1070792)" userId="S::1070792@isep.ipp.pt::af76d163-2cce-49ba-80c4-2ffbb0644425" providerId="AD" clId="Web-{A64EF822-C2E4-944F-A899-5DC0D6F3724D}" dt="2024-06-08T19:42:34.050" v="377" actId="1076"/>
          <ac:picMkLst>
            <pc:docMk/>
            <pc:sldMk cId="3867667850" sldId="275"/>
            <ac:picMk id="6" creationId="{7F46446B-B0D4-B0CF-03A3-113716D4FE99}"/>
          </ac:picMkLst>
        </pc:picChg>
      </pc:sldChg>
      <pc:sldChg chg="new del">
        <pc:chgData name="Nélson Moreira (1070792)" userId="S::1070792@isep.ipp.pt::af76d163-2cce-49ba-80c4-2ffbb0644425" providerId="AD" clId="Web-{A64EF822-C2E4-944F-A899-5DC0D6F3724D}" dt="2024-06-08T19:38:51.715" v="328"/>
        <pc:sldMkLst>
          <pc:docMk/>
          <pc:sldMk cId="640310419" sldId="276"/>
        </pc:sldMkLst>
      </pc:sldChg>
      <pc:sldChg chg="modSp add replId">
        <pc:chgData name="Nélson Moreira (1070792)" userId="S::1070792@isep.ipp.pt::af76d163-2cce-49ba-80c4-2ffbb0644425" providerId="AD" clId="Web-{A64EF822-C2E4-944F-A899-5DC0D6F3724D}" dt="2024-06-08T19:46:33.629" v="405" actId="20577"/>
        <pc:sldMkLst>
          <pc:docMk/>
          <pc:sldMk cId="2714217503" sldId="277"/>
        </pc:sldMkLst>
        <pc:spChg chg="mod">
          <ac:chgData name="Nélson Moreira (1070792)" userId="S::1070792@isep.ipp.pt::af76d163-2cce-49ba-80c4-2ffbb0644425" providerId="AD" clId="Web-{A64EF822-C2E4-944F-A899-5DC0D6F3724D}" dt="2024-06-08T19:46:33.629" v="405" actId="20577"/>
          <ac:spMkLst>
            <pc:docMk/>
            <pc:sldMk cId="2714217503" sldId="277"/>
            <ac:spMk id="3" creationId="{88DFCB98-02B5-F4C7-F4BF-85E7230E902F}"/>
          </ac:spMkLst>
        </pc:spChg>
      </pc:sldChg>
      <pc:sldMasterChg chg="mod setBg modSldLayout">
        <pc:chgData name="Nélson Moreira (1070792)" userId="S::1070792@isep.ipp.pt::af76d163-2cce-49ba-80c4-2ffbb0644425" providerId="AD" clId="Web-{A64EF822-C2E4-944F-A899-5DC0D6F3724D}" dt="2024-06-08T18:46:56.204" v="146"/>
        <pc:sldMasterMkLst>
          <pc:docMk/>
          <pc:sldMasterMk cId="239495256" sldId="2147483684"/>
        </pc:sldMasterMkLst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3413174089" sldId="2147483685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2425574676" sldId="2147483686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1159037638" sldId="2147483687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438444028" sldId="2147483688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2203329386" sldId="2147483689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3683319234" sldId="2147483690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3835783851" sldId="2147483691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1812422745" sldId="2147483692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2297612740" sldId="2147483693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1467151913" sldId="2147483694"/>
          </pc:sldLayoutMkLst>
        </pc:sldLayoutChg>
        <pc:sldLayoutChg chg="mod">
          <pc:chgData name="Nélson Moreira (1070792)" userId="S::1070792@isep.ipp.pt::af76d163-2cce-49ba-80c4-2ffbb0644425" providerId="AD" clId="Web-{A64EF822-C2E4-944F-A899-5DC0D6F3724D}" dt="2024-06-08T18:46:56.204" v="146"/>
          <pc:sldLayoutMkLst>
            <pc:docMk/>
            <pc:sldMasterMk cId="239495256" sldId="2147483684"/>
            <pc:sldLayoutMk cId="3753719099" sldId="214748369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240315"/>
            <a:ext cx="10800160" cy="2638519"/>
          </a:xfrm>
        </p:spPr>
        <p:txBody>
          <a:bodyPr anchor="b"/>
          <a:lstStyle>
            <a:lvl1pPr algn="ctr">
              <a:defRPr sz="66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980586"/>
            <a:ext cx="10800160" cy="1829770"/>
          </a:xfrm>
        </p:spPr>
        <p:txBody>
          <a:bodyPr/>
          <a:lstStyle>
            <a:lvl1pPr marL="0" indent="0" algn="ctr">
              <a:buNone/>
              <a:defRPr sz="2652"/>
            </a:lvl1pPr>
            <a:lvl2pPr marL="505252" indent="0" algn="ctr">
              <a:buNone/>
              <a:defRPr sz="2210"/>
            </a:lvl2pPr>
            <a:lvl3pPr marL="1010503" indent="0" algn="ctr">
              <a:buNone/>
              <a:defRPr sz="1989"/>
            </a:lvl3pPr>
            <a:lvl4pPr marL="1515755" indent="0" algn="ctr">
              <a:buNone/>
              <a:defRPr sz="1768"/>
            </a:lvl4pPr>
            <a:lvl5pPr marL="2021007" indent="0" algn="ctr">
              <a:buNone/>
              <a:defRPr sz="1768"/>
            </a:lvl5pPr>
            <a:lvl6pPr marL="2526259" indent="0" algn="ctr">
              <a:buNone/>
              <a:defRPr sz="1768"/>
            </a:lvl6pPr>
            <a:lvl7pPr marL="3031510" indent="0" algn="ctr">
              <a:buNone/>
              <a:defRPr sz="1768"/>
            </a:lvl7pPr>
            <a:lvl8pPr marL="3536762" indent="0" algn="ctr">
              <a:buNone/>
              <a:defRPr sz="1768"/>
            </a:lvl8pPr>
            <a:lvl9pPr marL="4042014" indent="0" algn="ctr">
              <a:buNone/>
              <a:defRPr sz="176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17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5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889419"/>
            <a:ext cx="12420184" cy="3152539"/>
          </a:xfrm>
        </p:spPr>
        <p:txBody>
          <a:bodyPr anchor="b"/>
          <a:lstStyle>
            <a:lvl1pPr>
              <a:defRPr sz="66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071782"/>
            <a:ext cx="12420184" cy="1657846"/>
          </a:xfrm>
        </p:spPr>
        <p:txBody>
          <a:bodyPr/>
          <a:lstStyle>
            <a:lvl1pPr marL="0" indent="0">
              <a:buNone/>
              <a:defRPr sz="2652">
                <a:solidFill>
                  <a:schemeClr val="tx1">
                    <a:tint val="82000"/>
                  </a:schemeClr>
                </a:solidFill>
              </a:defRPr>
            </a:lvl1pPr>
            <a:lvl2pPr marL="505252" indent="0">
              <a:buNone/>
              <a:defRPr sz="2210">
                <a:solidFill>
                  <a:schemeClr val="tx1">
                    <a:tint val="82000"/>
                  </a:schemeClr>
                </a:solidFill>
              </a:defRPr>
            </a:lvl2pPr>
            <a:lvl3pPr marL="1010503" indent="0">
              <a:buNone/>
              <a:defRPr sz="1989">
                <a:solidFill>
                  <a:schemeClr val="tx1">
                    <a:tint val="82000"/>
                  </a:schemeClr>
                </a:solidFill>
              </a:defRPr>
            </a:lvl3pPr>
            <a:lvl4pPr marL="1515755" indent="0">
              <a:buNone/>
              <a:defRPr sz="1768">
                <a:solidFill>
                  <a:schemeClr val="tx1">
                    <a:tint val="82000"/>
                  </a:schemeClr>
                </a:solidFill>
              </a:defRPr>
            </a:lvl4pPr>
            <a:lvl5pPr marL="2021007" indent="0">
              <a:buNone/>
              <a:defRPr sz="1768">
                <a:solidFill>
                  <a:schemeClr val="tx1">
                    <a:tint val="82000"/>
                  </a:schemeClr>
                </a:solidFill>
              </a:defRPr>
            </a:lvl5pPr>
            <a:lvl6pPr marL="2526259" indent="0">
              <a:buNone/>
              <a:defRPr sz="1768">
                <a:solidFill>
                  <a:schemeClr val="tx1">
                    <a:tint val="82000"/>
                  </a:schemeClr>
                </a:solidFill>
              </a:defRPr>
            </a:lvl6pPr>
            <a:lvl7pPr marL="3031510" indent="0">
              <a:buNone/>
              <a:defRPr sz="1768">
                <a:solidFill>
                  <a:schemeClr val="tx1">
                    <a:tint val="82000"/>
                  </a:schemeClr>
                </a:solidFill>
              </a:defRPr>
            </a:lvl7pPr>
            <a:lvl8pPr marL="3536762" indent="0">
              <a:buNone/>
              <a:defRPr sz="1768">
                <a:solidFill>
                  <a:schemeClr val="tx1">
                    <a:tint val="82000"/>
                  </a:schemeClr>
                </a:solidFill>
              </a:defRPr>
            </a:lvl8pPr>
            <a:lvl9pPr marL="4042014" indent="0">
              <a:buNone/>
              <a:defRPr sz="17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03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017485"/>
            <a:ext cx="6120091" cy="48086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017485"/>
            <a:ext cx="6120091" cy="48086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44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03497"/>
            <a:ext cx="12420184" cy="146487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857841"/>
            <a:ext cx="6091965" cy="910499"/>
          </a:xfrm>
        </p:spPr>
        <p:txBody>
          <a:bodyPr anchor="b"/>
          <a:lstStyle>
            <a:lvl1pPr marL="0" indent="0">
              <a:buNone/>
              <a:defRPr sz="2652" b="1"/>
            </a:lvl1pPr>
            <a:lvl2pPr marL="505252" indent="0">
              <a:buNone/>
              <a:defRPr sz="2210" b="1"/>
            </a:lvl2pPr>
            <a:lvl3pPr marL="1010503" indent="0">
              <a:buNone/>
              <a:defRPr sz="1989" b="1"/>
            </a:lvl3pPr>
            <a:lvl4pPr marL="1515755" indent="0">
              <a:buNone/>
              <a:defRPr sz="1768" b="1"/>
            </a:lvl4pPr>
            <a:lvl5pPr marL="2021007" indent="0">
              <a:buNone/>
              <a:defRPr sz="1768" b="1"/>
            </a:lvl5pPr>
            <a:lvl6pPr marL="2526259" indent="0">
              <a:buNone/>
              <a:defRPr sz="1768" b="1"/>
            </a:lvl6pPr>
            <a:lvl7pPr marL="3031510" indent="0">
              <a:buNone/>
              <a:defRPr sz="1768" b="1"/>
            </a:lvl7pPr>
            <a:lvl8pPr marL="3536762" indent="0">
              <a:buNone/>
              <a:defRPr sz="1768" b="1"/>
            </a:lvl8pPr>
            <a:lvl9pPr marL="4042014" indent="0">
              <a:buNone/>
              <a:defRPr sz="176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768340"/>
            <a:ext cx="6091965" cy="40718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857841"/>
            <a:ext cx="6121966" cy="910499"/>
          </a:xfrm>
        </p:spPr>
        <p:txBody>
          <a:bodyPr anchor="b"/>
          <a:lstStyle>
            <a:lvl1pPr marL="0" indent="0">
              <a:buNone/>
              <a:defRPr sz="2652" b="1"/>
            </a:lvl1pPr>
            <a:lvl2pPr marL="505252" indent="0">
              <a:buNone/>
              <a:defRPr sz="2210" b="1"/>
            </a:lvl2pPr>
            <a:lvl3pPr marL="1010503" indent="0">
              <a:buNone/>
              <a:defRPr sz="1989" b="1"/>
            </a:lvl3pPr>
            <a:lvl4pPr marL="1515755" indent="0">
              <a:buNone/>
              <a:defRPr sz="1768" b="1"/>
            </a:lvl4pPr>
            <a:lvl5pPr marL="2021007" indent="0">
              <a:buNone/>
              <a:defRPr sz="1768" b="1"/>
            </a:lvl5pPr>
            <a:lvl6pPr marL="2526259" indent="0">
              <a:buNone/>
              <a:defRPr sz="1768" b="1"/>
            </a:lvl6pPr>
            <a:lvl7pPr marL="3031510" indent="0">
              <a:buNone/>
              <a:defRPr sz="1768" b="1"/>
            </a:lvl7pPr>
            <a:lvl8pPr marL="3536762" indent="0">
              <a:buNone/>
              <a:defRPr sz="1768" b="1"/>
            </a:lvl8pPr>
            <a:lvl9pPr marL="4042014" indent="0">
              <a:buNone/>
              <a:defRPr sz="176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768340"/>
            <a:ext cx="6121966" cy="40718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32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31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78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05248"/>
            <a:ext cx="4644443" cy="1768369"/>
          </a:xfrm>
        </p:spPr>
        <p:txBody>
          <a:bodyPr anchor="b"/>
          <a:lstStyle>
            <a:lvl1pPr>
              <a:defRPr sz="353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091197"/>
            <a:ext cx="7290108" cy="5385807"/>
          </a:xfrm>
        </p:spPr>
        <p:txBody>
          <a:bodyPr/>
          <a:lstStyle>
            <a:lvl1pPr>
              <a:defRPr sz="3536"/>
            </a:lvl1pPr>
            <a:lvl2pPr>
              <a:defRPr sz="3094"/>
            </a:lvl2pPr>
            <a:lvl3pPr>
              <a:defRPr sz="2652"/>
            </a:lvl3pPr>
            <a:lvl4pPr>
              <a:defRPr sz="2210"/>
            </a:lvl4pPr>
            <a:lvl5pPr>
              <a:defRPr sz="2210"/>
            </a:lvl5pPr>
            <a:lvl6pPr>
              <a:defRPr sz="2210"/>
            </a:lvl6pPr>
            <a:lvl7pPr>
              <a:defRPr sz="2210"/>
            </a:lvl7pPr>
            <a:lvl8pPr>
              <a:defRPr sz="2210"/>
            </a:lvl8pPr>
            <a:lvl9pPr>
              <a:defRPr sz="221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273617"/>
            <a:ext cx="4644443" cy="4212158"/>
          </a:xfrm>
        </p:spPr>
        <p:txBody>
          <a:bodyPr/>
          <a:lstStyle>
            <a:lvl1pPr marL="0" indent="0">
              <a:buNone/>
              <a:defRPr sz="1768"/>
            </a:lvl1pPr>
            <a:lvl2pPr marL="505252" indent="0">
              <a:buNone/>
              <a:defRPr sz="1547"/>
            </a:lvl2pPr>
            <a:lvl3pPr marL="1010503" indent="0">
              <a:buNone/>
              <a:defRPr sz="1326"/>
            </a:lvl3pPr>
            <a:lvl4pPr marL="1515755" indent="0">
              <a:buNone/>
              <a:defRPr sz="1105"/>
            </a:lvl4pPr>
            <a:lvl5pPr marL="2021007" indent="0">
              <a:buNone/>
              <a:defRPr sz="1105"/>
            </a:lvl5pPr>
            <a:lvl6pPr marL="2526259" indent="0">
              <a:buNone/>
              <a:defRPr sz="1105"/>
            </a:lvl6pPr>
            <a:lvl7pPr marL="3031510" indent="0">
              <a:buNone/>
              <a:defRPr sz="1105"/>
            </a:lvl7pPr>
            <a:lvl8pPr marL="3536762" indent="0">
              <a:buNone/>
              <a:defRPr sz="1105"/>
            </a:lvl8pPr>
            <a:lvl9pPr marL="4042014" indent="0">
              <a:buNone/>
              <a:defRPr sz="110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42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05248"/>
            <a:ext cx="4644443" cy="1768369"/>
          </a:xfrm>
        </p:spPr>
        <p:txBody>
          <a:bodyPr anchor="b"/>
          <a:lstStyle>
            <a:lvl1pPr>
              <a:defRPr sz="353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091197"/>
            <a:ext cx="7290108" cy="5385807"/>
          </a:xfrm>
        </p:spPr>
        <p:txBody>
          <a:bodyPr anchor="t"/>
          <a:lstStyle>
            <a:lvl1pPr marL="0" indent="0">
              <a:buNone/>
              <a:defRPr sz="3536"/>
            </a:lvl1pPr>
            <a:lvl2pPr marL="505252" indent="0">
              <a:buNone/>
              <a:defRPr sz="3094"/>
            </a:lvl2pPr>
            <a:lvl3pPr marL="1010503" indent="0">
              <a:buNone/>
              <a:defRPr sz="2652"/>
            </a:lvl3pPr>
            <a:lvl4pPr marL="1515755" indent="0">
              <a:buNone/>
              <a:defRPr sz="2210"/>
            </a:lvl4pPr>
            <a:lvl5pPr marL="2021007" indent="0">
              <a:buNone/>
              <a:defRPr sz="2210"/>
            </a:lvl5pPr>
            <a:lvl6pPr marL="2526259" indent="0">
              <a:buNone/>
              <a:defRPr sz="2210"/>
            </a:lvl6pPr>
            <a:lvl7pPr marL="3031510" indent="0">
              <a:buNone/>
              <a:defRPr sz="2210"/>
            </a:lvl7pPr>
            <a:lvl8pPr marL="3536762" indent="0">
              <a:buNone/>
              <a:defRPr sz="2210"/>
            </a:lvl8pPr>
            <a:lvl9pPr marL="4042014" indent="0">
              <a:buNone/>
              <a:defRPr sz="221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273617"/>
            <a:ext cx="4644443" cy="4212158"/>
          </a:xfrm>
        </p:spPr>
        <p:txBody>
          <a:bodyPr/>
          <a:lstStyle>
            <a:lvl1pPr marL="0" indent="0">
              <a:buNone/>
              <a:defRPr sz="1768"/>
            </a:lvl1pPr>
            <a:lvl2pPr marL="505252" indent="0">
              <a:buNone/>
              <a:defRPr sz="1547"/>
            </a:lvl2pPr>
            <a:lvl3pPr marL="1010503" indent="0">
              <a:buNone/>
              <a:defRPr sz="1326"/>
            </a:lvl3pPr>
            <a:lvl4pPr marL="1515755" indent="0">
              <a:buNone/>
              <a:defRPr sz="1105"/>
            </a:lvl4pPr>
            <a:lvl5pPr marL="2021007" indent="0">
              <a:buNone/>
              <a:defRPr sz="1105"/>
            </a:lvl5pPr>
            <a:lvl6pPr marL="2526259" indent="0">
              <a:buNone/>
              <a:defRPr sz="1105"/>
            </a:lvl6pPr>
            <a:lvl7pPr marL="3031510" indent="0">
              <a:buNone/>
              <a:defRPr sz="1105"/>
            </a:lvl7pPr>
            <a:lvl8pPr marL="3536762" indent="0">
              <a:buNone/>
              <a:defRPr sz="1105"/>
            </a:lvl8pPr>
            <a:lvl9pPr marL="4042014" indent="0">
              <a:buNone/>
              <a:defRPr sz="110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1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15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03497"/>
            <a:ext cx="3105046" cy="642261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03497"/>
            <a:ext cx="9135135" cy="642261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1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03497"/>
            <a:ext cx="12420184" cy="1464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017485"/>
            <a:ext cx="12420184" cy="480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024356"/>
            <a:ext cx="3240048" cy="403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9BE12-CA58-B440-9B0C-452556A79AAE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024356"/>
            <a:ext cx="4860072" cy="403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024356"/>
            <a:ext cx="3240048" cy="403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60017-8452-4A47-9C47-765202886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9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10503" rtl="0" eaLnBrk="1" latinLnBrk="0" hangingPunct="1">
        <a:lnSpc>
          <a:spcPct val="90000"/>
        </a:lnSpc>
        <a:spcBef>
          <a:spcPct val="0"/>
        </a:spcBef>
        <a:buNone/>
        <a:defRPr sz="48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626" indent="-252626" algn="l" defTabSz="1010503" rtl="0" eaLnBrk="1" latinLnBrk="0" hangingPunct="1">
        <a:lnSpc>
          <a:spcPct val="90000"/>
        </a:lnSpc>
        <a:spcBef>
          <a:spcPts val="1105"/>
        </a:spcBef>
        <a:buFont typeface="Arial" panose="020B0604020202020204" pitchFamily="34" charset="0"/>
        <a:buChar char="•"/>
        <a:defRPr sz="3094" kern="1200">
          <a:solidFill>
            <a:schemeClr val="tx1"/>
          </a:solidFill>
          <a:latin typeface="+mn-lt"/>
          <a:ea typeface="+mn-ea"/>
          <a:cs typeface="+mn-cs"/>
        </a:defRPr>
      </a:lvl1pPr>
      <a:lvl2pPr marL="757878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29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0" kern="1200">
          <a:solidFill>
            <a:schemeClr val="tx1"/>
          </a:solidFill>
          <a:latin typeface="+mn-lt"/>
          <a:ea typeface="+mn-ea"/>
          <a:cs typeface="+mn-cs"/>
        </a:defRPr>
      </a:lvl3pPr>
      <a:lvl4pPr marL="1768381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4pPr>
      <a:lvl5pPr marL="2273633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5pPr>
      <a:lvl6pPr marL="2778884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6pPr>
      <a:lvl7pPr marL="3284136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7pPr>
      <a:lvl8pPr marL="3789388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8pPr>
      <a:lvl9pPr marL="4294640" indent="-252626" algn="l" defTabSz="1010503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1pPr>
      <a:lvl2pPr marL="505252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2pPr>
      <a:lvl3pPr marL="1010503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3pPr>
      <a:lvl4pPr marL="1515755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4pPr>
      <a:lvl5pPr marL="2021007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5pPr>
      <a:lvl6pPr marL="2526259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6pPr>
      <a:lvl7pPr marL="3031510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7pPr>
      <a:lvl8pPr marL="3536762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8pPr>
      <a:lvl9pPr marL="4042014" algn="l" defTabSz="1010503" rtl="0" eaLnBrk="1" latinLnBrk="0" hangingPunct="1">
        <a:defRPr sz="19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10" Type="http://schemas.openxmlformats.org/officeDocument/2006/relationships/image" Target="../media/image10.jpe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jpeg"/><Relationship Id="rId1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9.jpeg"/><Relationship Id="rId17" Type="http://schemas.openxmlformats.org/officeDocument/2006/relationships/image" Target="../media/image13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23.jpeg"/><Relationship Id="rId5" Type="http://schemas.openxmlformats.org/officeDocument/2006/relationships/image" Target="../media/image21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6.png"/><Relationship Id="rId1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12" Type="http://schemas.openxmlformats.org/officeDocument/2006/relationships/image" Target="../media/image23.jpeg"/><Relationship Id="rId17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20.png"/><Relationship Id="rId15" Type="http://schemas.openxmlformats.org/officeDocument/2006/relationships/image" Target="../media/image10.jpe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9.png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0.png"/><Relationship Id="rId18" Type="http://schemas.openxmlformats.org/officeDocument/2006/relationships/image" Target="../media/image22.png"/><Relationship Id="rId3" Type="http://schemas.openxmlformats.org/officeDocument/2006/relationships/image" Target="../media/image8.png"/><Relationship Id="rId21" Type="http://schemas.openxmlformats.org/officeDocument/2006/relationships/image" Target="../media/image10.jpeg"/><Relationship Id="rId7" Type="http://schemas.openxmlformats.org/officeDocument/2006/relationships/image" Target="../media/image3.png"/><Relationship Id="rId12" Type="http://schemas.openxmlformats.org/officeDocument/2006/relationships/image" Target="../media/image21.png"/><Relationship Id="rId17" Type="http://schemas.openxmlformats.org/officeDocument/2006/relationships/image" Target="../media/image7.png"/><Relationship Id="rId2" Type="http://schemas.openxmlformats.org/officeDocument/2006/relationships/image" Target="../media/image12.png"/><Relationship Id="rId16" Type="http://schemas.openxmlformats.org/officeDocument/2006/relationships/image" Target="../media/image6.png"/><Relationship Id="rId20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0.png"/><Relationship Id="rId5" Type="http://schemas.openxmlformats.org/officeDocument/2006/relationships/image" Target="../media/image11.png"/><Relationship Id="rId15" Type="http://schemas.openxmlformats.org/officeDocument/2006/relationships/image" Target="../media/image5.jpeg"/><Relationship Id="rId10" Type="http://schemas.openxmlformats.org/officeDocument/2006/relationships/image" Target="../media/image32.png"/><Relationship Id="rId19" Type="http://schemas.openxmlformats.org/officeDocument/2006/relationships/image" Target="../media/image26.png"/><Relationship Id="rId4" Type="http://schemas.openxmlformats.org/officeDocument/2006/relationships/image" Target="../media/image23.jpeg"/><Relationship Id="rId9" Type="http://schemas.openxmlformats.org/officeDocument/2006/relationships/image" Target="../media/image4.png"/><Relationship Id="rId14" Type="http://schemas.openxmlformats.org/officeDocument/2006/relationships/image" Target="../media/image27.png"/><Relationship Id="rId22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7.png"/><Relationship Id="rId18" Type="http://schemas.openxmlformats.org/officeDocument/2006/relationships/image" Target="../media/image34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6.png"/><Relationship Id="rId17" Type="http://schemas.openxmlformats.org/officeDocument/2006/relationships/image" Target="../media/image10.jpeg"/><Relationship Id="rId2" Type="http://schemas.openxmlformats.org/officeDocument/2006/relationships/image" Target="../media/image12.png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5.jpeg"/><Relationship Id="rId5" Type="http://schemas.openxmlformats.org/officeDocument/2006/relationships/image" Target="../media/image3.png"/><Relationship Id="rId15" Type="http://schemas.openxmlformats.org/officeDocument/2006/relationships/image" Target="../media/image26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0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96608" cy="75787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96608" cy="75787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162587" cy="7578724"/>
            <a:chOff x="651279" y="598259"/>
            <a:chExt cx="10889442" cy="5680742"/>
          </a:xfrm>
        </p:grpSpPr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0" y="0"/>
            <a:ext cx="14396610" cy="7578725"/>
            <a:chOff x="0" y="0"/>
            <a:chExt cx="12188952" cy="68580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D9BBDE-3497-7EBF-E93D-1D3D923F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14" y="929656"/>
            <a:ext cx="6058672" cy="5901302"/>
          </a:xfrm>
        </p:spPr>
        <p:txBody>
          <a:bodyPr anchor="ctr">
            <a:normAutofit/>
          </a:bodyPr>
          <a:lstStyle/>
          <a:p>
            <a:pPr algn="ctr"/>
            <a:r>
              <a:rPr lang="en-US" sz="5500" dirty="0" err="1">
                <a:solidFill>
                  <a:schemeClr val="bg1"/>
                </a:solidFill>
              </a:rPr>
              <a:t>Pós-graduação</a:t>
            </a:r>
            <a:r>
              <a:rPr lang="en-US" sz="5500" dirty="0">
                <a:solidFill>
                  <a:schemeClr val="bg1"/>
                </a:solidFill>
              </a:rPr>
              <a:t>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Big Data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&amp;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Decision Making</a:t>
            </a:r>
            <a:br>
              <a:rPr lang="en-US" sz="5500" dirty="0"/>
            </a:br>
            <a:r>
              <a:rPr lang="en-US" sz="5500" dirty="0">
                <a:solidFill>
                  <a:schemeClr val="bg1"/>
                </a:solidFill>
              </a:rPr>
              <a:t>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23/24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CB98-02B5-F4C7-F4BF-85E7230E9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619" y="153521"/>
            <a:ext cx="6734512" cy="72823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tx2"/>
                </a:solidFill>
              </a:rPr>
              <a:t>Renewable Data Rangers</a:t>
            </a:r>
          </a:p>
          <a:p>
            <a:pPr marL="0" indent="0" algn="ctr">
              <a:buNone/>
            </a:pPr>
            <a:endParaRPr lang="en-US" sz="36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Nelson Moreira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1070792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Software Engineer</a:t>
            </a:r>
          </a:p>
          <a:p>
            <a:pPr marL="0" indent="0" algn="ctr">
              <a:buNone/>
            </a:pPr>
            <a:endParaRPr lang="en-US" sz="24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Tiago Reis 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1140599</a:t>
            </a:r>
            <a:endParaRPr lang="en-US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Data Engineer</a:t>
            </a:r>
          </a:p>
        </p:txBody>
      </p:sp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C76D7782-46EE-83F3-ED0B-39D2A8F34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423" y="156746"/>
            <a:ext cx="2133018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7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890D-4255-1163-779A-3C4A637C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4CB027-65B9-87BE-F52C-D9CC565D1FFE}"/>
              </a:ext>
            </a:extLst>
          </p:cNvPr>
          <p:cNvSpPr/>
          <p:nvPr/>
        </p:nvSpPr>
        <p:spPr>
          <a:xfrm>
            <a:off x="200424" y="1205732"/>
            <a:ext cx="1428624" cy="398497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D2F6CE-33D8-9949-A6C9-F1A8C2A333F2}"/>
              </a:ext>
            </a:extLst>
          </p:cNvPr>
          <p:cNvSpPr/>
          <p:nvPr/>
        </p:nvSpPr>
        <p:spPr>
          <a:xfrm>
            <a:off x="1945446" y="1205732"/>
            <a:ext cx="2056579" cy="39849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96FBC0-4508-FD76-881B-D4A3FE2A76CB}"/>
              </a:ext>
            </a:extLst>
          </p:cNvPr>
          <p:cNvSpPr/>
          <p:nvPr/>
        </p:nvSpPr>
        <p:spPr>
          <a:xfrm>
            <a:off x="11988494" y="452791"/>
            <a:ext cx="2250949" cy="50567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AE149FB-977B-49FB-01EB-7B0BDE887D99}"/>
              </a:ext>
            </a:extLst>
          </p:cNvPr>
          <p:cNvSpPr/>
          <p:nvPr/>
        </p:nvSpPr>
        <p:spPr>
          <a:xfrm>
            <a:off x="69151" y="6318000"/>
            <a:ext cx="14192438" cy="1218976"/>
          </a:xfrm>
          <a:prstGeom prst="round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B2047216-C607-001B-5653-A61BB713042C}"/>
              </a:ext>
            </a:extLst>
          </p:cNvPr>
          <p:cNvSpPr/>
          <p:nvPr/>
        </p:nvSpPr>
        <p:spPr>
          <a:xfrm>
            <a:off x="4417688" y="269448"/>
            <a:ext cx="7134659" cy="5172597"/>
          </a:xfrm>
          <a:prstGeom prst="can">
            <a:avLst>
              <a:gd name="adj" fmla="val 16035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5E1287-0377-FD5C-D33B-32B6AB5BA213}"/>
              </a:ext>
            </a:extLst>
          </p:cNvPr>
          <p:cNvSpPr/>
          <p:nvPr/>
        </p:nvSpPr>
        <p:spPr>
          <a:xfrm>
            <a:off x="7664117" y="3139965"/>
            <a:ext cx="875899" cy="12416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Silver Layer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(Parquet)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2A421CC-1CF4-41E5-91BA-2D431BE7AAE9}"/>
              </a:ext>
            </a:extLst>
          </p:cNvPr>
          <p:cNvSpPr/>
          <p:nvPr/>
        </p:nvSpPr>
        <p:spPr>
          <a:xfrm>
            <a:off x="8709911" y="3139963"/>
            <a:ext cx="875899" cy="1241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Gold Layer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(Parquet)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102CFCE-908B-64DE-1F73-B6B2EAA611D7}"/>
              </a:ext>
            </a:extLst>
          </p:cNvPr>
          <p:cNvSpPr/>
          <p:nvPr/>
        </p:nvSpPr>
        <p:spPr>
          <a:xfrm>
            <a:off x="6619379" y="3139966"/>
            <a:ext cx="875899" cy="12416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Bronze layer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(CSV 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JSON)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D1713-BB2B-4386-CD40-5AAE3FE7FA03}"/>
              </a:ext>
            </a:extLst>
          </p:cNvPr>
          <p:cNvSpPr txBox="1"/>
          <p:nvPr/>
        </p:nvSpPr>
        <p:spPr>
          <a:xfrm>
            <a:off x="2063124" y="874882"/>
            <a:ext cx="171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Ingestion Layer</a:t>
            </a:r>
            <a:endParaRPr lang="en-GB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D11E5E-C56F-3F2F-EDC1-657772A83BCD}"/>
              </a:ext>
            </a:extLst>
          </p:cNvPr>
          <p:cNvSpPr txBox="1"/>
          <p:nvPr/>
        </p:nvSpPr>
        <p:spPr>
          <a:xfrm>
            <a:off x="188985" y="867178"/>
            <a:ext cx="154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Data Sources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6569BBA-7973-EDBF-12D4-1041CA2863E4}"/>
              </a:ext>
            </a:extLst>
          </p:cNvPr>
          <p:cNvSpPr/>
          <p:nvPr/>
        </p:nvSpPr>
        <p:spPr>
          <a:xfrm>
            <a:off x="4605480" y="1223236"/>
            <a:ext cx="5576209" cy="392489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4D194EA-A76B-4005-57CD-69D02C20D31E}"/>
              </a:ext>
            </a:extLst>
          </p:cNvPr>
          <p:cNvCxnSpPr>
            <a:cxnSpLocks/>
            <a:stCxn id="16" idx="2"/>
            <a:endCxn id="13" idx="2"/>
          </p:cNvCxnSpPr>
          <p:nvPr/>
        </p:nvCxnSpPr>
        <p:spPr>
          <a:xfrm rot="5400000" flipH="1" flipV="1">
            <a:off x="7579698" y="3859251"/>
            <a:ext cx="1" cy="1044738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227ACBE-9E5A-D11B-34D0-C8C86B29906D}"/>
              </a:ext>
            </a:extLst>
          </p:cNvPr>
          <p:cNvCxnSpPr>
            <a:cxnSpLocks/>
            <a:stCxn id="13" idx="2"/>
            <a:endCxn id="15" idx="2"/>
          </p:cNvCxnSpPr>
          <p:nvPr/>
        </p:nvCxnSpPr>
        <p:spPr>
          <a:xfrm rot="5400000" flipH="1" flipV="1">
            <a:off x="8624963" y="3858726"/>
            <a:ext cx="2" cy="1045794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9D917E8-E92A-0BBD-F4F5-265A3DD89B3A}"/>
              </a:ext>
            </a:extLst>
          </p:cNvPr>
          <p:cNvSpPr txBox="1"/>
          <p:nvPr/>
        </p:nvSpPr>
        <p:spPr>
          <a:xfrm>
            <a:off x="7375458" y="284872"/>
            <a:ext cx="159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Storage Layer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F98E6B-22FC-C4B0-EBE5-A6E05E33A62A}"/>
              </a:ext>
            </a:extLst>
          </p:cNvPr>
          <p:cNvSpPr txBox="1"/>
          <p:nvPr/>
        </p:nvSpPr>
        <p:spPr>
          <a:xfrm>
            <a:off x="12421611" y="85352"/>
            <a:ext cx="1462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Serving Layer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C2B6890E-200C-2ED5-754B-F9CBB8BE523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002025" y="3194202"/>
            <a:ext cx="1280599" cy="40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5" name="Picture 10" descr="Apache Spark - Wikipedia">
            <a:extLst>
              <a:ext uri="{FF2B5EF4-FFF2-40B4-BE49-F238E27FC236}">
                <a16:creationId xmlns:a16="http://schemas.microsoft.com/office/drawing/2014/main" id="{DE47F838-C36F-EBAE-4625-AC3D3D798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595" y="4636370"/>
            <a:ext cx="875899" cy="45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54A0B8BA-5205-CECE-B84C-EA06EE67B332}"/>
              </a:ext>
            </a:extLst>
          </p:cNvPr>
          <p:cNvSpPr/>
          <p:nvPr/>
        </p:nvSpPr>
        <p:spPr>
          <a:xfrm>
            <a:off x="10354580" y="1898389"/>
            <a:ext cx="1046437" cy="25916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479100DA-76A5-1961-3B0C-25BEDF7EBFCE}"/>
              </a:ext>
            </a:extLst>
          </p:cNvPr>
          <p:cNvSpPr txBox="1"/>
          <p:nvPr/>
        </p:nvSpPr>
        <p:spPr>
          <a:xfrm>
            <a:off x="10354580" y="1904254"/>
            <a:ext cx="1140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Data Warehouse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DB1F4D24-7D90-9D73-21E9-57AA251019FC}"/>
              </a:ext>
            </a:extLst>
          </p:cNvPr>
          <p:cNvSpPr txBox="1"/>
          <p:nvPr/>
        </p:nvSpPr>
        <p:spPr>
          <a:xfrm>
            <a:off x="5221765" y="1931575"/>
            <a:ext cx="949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Raw Storage/Backup</a:t>
            </a:r>
          </a:p>
        </p:txBody>
      </p:sp>
      <p:cxnSp>
        <p:nvCxnSpPr>
          <p:cNvPr id="1092" name="Elbow Connector 1091">
            <a:extLst>
              <a:ext uri="{FF2B5EF4-FFF2-40B4-BE49-F238E27FC236}">
                <a16:creationId xmlns:a16="http://schemas.microsoft.com/office/drawing/2014/main" id="{03110340-7AFE-7913-52B5-E3FB1CF2FCC6}"/>
              </a:ext>
            </a:extLst>
          </p:cNvPr>
          <p:cNvCxnSpPr>
            <a:cxnSpLocks/>
            <a:stCxn id="1029" idx="3"/>
            <a:endCxn id="10" idx="1"/>
          </p:cNvCxnSpPr>
          <p:nvPr/>
        </p:nvCxnSpPr>
        <p:spPr>
          <a:xfrm>
            <a:off x="11401017" y="3194202"/>
            <a:ext cx="953388" cy="1152308"/>
          </a:xfrm>
          <a:prstGeom prst="bentConnector3">
            <a:avLst>
              <a:gd name="adj1" fmla="val 398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F9657EAC-F331-1A06-CE12-FB56130B4031}"/>
              </a:ext>
            </a:extLst>
          </p:cNvPr>
          <p:cNvSpPr txBox="1"/>
          <p:nvPr/>
        </p:nvSpPr>
        <p:spPr>
          <a:xfrm>
            <a:off x="4328629" y="6263064"/>
            <a:ext cx="129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Security</a:t>
            </a:r>
          </a:p>
        </p:txBody>
      </p:sp>
      <p:sp>
        <p:nvSpPr>
          <p:cNvPr id="1103" name="Right Brace 1102">
            <a:extLst>
              <a:ext uri="{FF2B5EF4-FFF2-40B4-BE49-F238E27FC236}">
                <a16:creationId xmlns:a16="http://schemas.microsoft.com/office/drawing/2014/main" id="{4E12FC39-1ADB-3363-38DD-73493B19FAC9}"/>
              </a:ext>
            </a:extLst>
          </p:cNvPr>
          <p:cNvSpPr/>
          <p:nvPr/>
        </p:nvSpPr>
        <p:spPr>
          <a:xfrm rot="16200000">
            <a:off x="4672330" y="4055149"/>
            <a:ext cx="253352" cy="5132334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244292A8-4964-2584-0319-72F9EFFE1355}"/>
              </a:ext>
            </a:extLst>
          </p:cNvPr>
          <p:cNvSpPr txBox="1"/>
          <p:nvPr/>
        </p:nvSpPr>
        <p:spPr>
          <a:xfrm>
            <a:off x="8795213" y="6300098"/>
            <a:ext cx="1065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Monitoring</a:t>
            </a: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FDA180A2-5C38-BEF2-A513-49D399BD07B2}"/>
              </a:ext>
            </a:extLst>
          </p:cNvPr>
          <p:cNvSpPr/>
          <p:nvPr/>
        </p:nvSpPr>
        <p:spPr>
          <a:xfrm>
            <a:off x="69151" y="5481329"/>
            <a:ext cx="11483196" cy="7875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11" name="Picture 40" descr="Apache Airflow - Wikipedia">
            <a:extLst>
              <a:ext uri="{FF2B5EF4-FFF2-40B4-BE49-F238E27FC236}">
                <a16:creationId xmlns:a16="http://schemas.microsoft.com/office/drawing/2014/main" id="{CD69FB1E-B685-B16A-DAC0-0DCD33721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891" y="5596237"/>
            <a:ext cx="1489320" cy="57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4558C88E-F1AD-100B-70C8-CC7D11FD928C}"/>
              </a:ext>
            </a:extLst>
          </p:cNvPr>
          <p:cNvSpPr txBox="1"/>
          <p:nvPr/>
        </p:nvSpPr>
        <p:spPr>
          <a:xfrm>
            <a:off x="3520554" y="5714643"/>
            <a:ext cx="161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Orchestration</a:t>
            </a:r>
            <a:endParaRPr lang="en-GB" sz="1400" b="1" dirty="0"/>
          </a:p>
        </p:txBody>
      </p:sp>
      <p:pic>
        <p:nvPicPr>
          <p:cNvPr id="6" name="Picture 6" descr="How to Create S3 Bucket and Add Object in AWS Step by Step:-">
            <a:extLst>
              <a:ext uri="{FF2B5EF4-FFF2-40B4-BE49-F238E27FC236}">
                <a16:creationId xmlns:a16="http://schemas.microsoft.com/office/drawing/2014/main" id="{4738B6F6-EE51-93C5-F2D0-8BE718822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1" t="14604" r="34972" b="14562"/>
          <a:stretch/>
        </p:blipFill>
        <p:spPr bwMode="auto">
          <a:xfrm>
            <a:off x="5282624" y="2689326"/>
            <a:ext cx="679438" cy="100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ight Brace 36">
            <a:extLst>
              <a:ext uri="{FF2B5EF4-FFF2-40B4-BE49-F238E27FC236}">
                <a16:creationId xmlns:a16="http://schemas.microsoft.com/office/drawing/2014/main" id="{776202F7-753C-7D24-55C3-8438D59B6125}"/>
              </a:ext>
            </a:extLst>
          </p:cNvPr>
          <p:cNvSpPr/>
          <p:nvPr/>
        </p:nvSpPr>
        <p:spPr>
          <a:xfrm rot="16200000">
            <a:off x="7971483" y="1498856"/>
            <a:ext cx="299106" cy="2984215"/>
          </a:xfrm>
          <a:prstGeom prst="rightBrace">
            <a:avLst>
              <a:gd name="adj1" fmla="val 88243"/>
              <a:gd name="adj2" fmla="val 4945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F3BF18-B1AB-D6ED-6078-8EF813F87E5B}"/>
              </a:ext>
            </a:extLst>
          </p:cNvPr>
          <p:cNvSpPr txBox="1"/>
          <p:nvPr/>
        </p:nvSpPr>
        <p:spPr>
          <a:xfrm>
            <a:off x="12182077" y="3485775"/>
            <a:ext cx="203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Analytics/Visualization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65F0B5A-E059-832C-B47C-429A2CD181F8}"/>
              </a:ext>
            </a:extLst>
          </p:cNvPr>
          <p:cNvSpPr/>
          <p:nvPr/>
        </p:nvSpPr>
        <p:spPr>
          <a:xfrm>
            <a:off x="12121907" y="3351175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D5BBDEE-DBA5-DFA5-AA1B-1899AA08F81A}"/>
              </a:ext>
            </a:extLst>
          </p:cNvPr>
          <p:cNvSpPr/>
          <p:nvPr/>
        </p:nvSpPr>
        <p:spPr>
          <a:xfrm>
            <a:off x="12143448" y="794837"/>
            <a:ext cx="2018864" cy="210324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54" name="Picture 4" descr="Get to Know AWS Identity and Access Management | Salesforce Trailhead">
            <a:extLst>
              <a:ext uri="{FF2B5EF4-FFF2-40B4-BE49-F238E27FC236}">
                <a16:creationId xmlns:a16="http://schemas.microsoft.com/office/drawing/2014/main" id="{D0FF3EDE-F13A-D044-DAA2-02CADA649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639" y="6664522"/>
            <a:ext cx="693286" cy="8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6" descr="AWS – Key Management Service aka AWS – KMS">
            <a:extLst>
              <a:ext uri="{FF2B5EF4-FFF2-40B4-BE49-F238E27FC236}">
                <a16:creationId xmlns:a16="http://schemas.microsoft.com/office/drawing/2014/main" id="{8D07D2AE-1DA7-DAA7-446B-FDDAEF86A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40" y="6682790"/>
            <a:ext cx="1061899" cy="81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8" descr="Amazon cloudwatch logo - Ícones Social media e Logos">
            <a:extLst>
              <a:ext uri="{FF2B5EF4-FFF2-40B4-BE49-F238E27FC236}">
                <a16:creationId xmlns:a16="http://schemas.microsoft.com/office/drawing/2014/main" id="{0142DD55-6D7E-B61E-DB18-99DFB453C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150" y="6644886"/>
            <a:ext cx="1749166" cy="87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12" descr="Xml Generic Outline Color icon">
            <a:extLst>
              <a:ext uri="{FF2B5EF4-FFF2-40B4-BE49-F238E27FC236}">
                <a16:creationId xmlns:a16="http://schemas.microsoft.com/office/drawing/2014/main" id="{F7C4E0B3-8E47-C766-CA84-D646462EA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21" y="2397860"/>
            <a:ext cx="945886" cy="94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VPC | AWS Cheat Sheet">
            <a:extLst>
              <a:ext uri="{FF2B5EF4-FFF2-40B4-BE49-F238E27FC236}">
                <a16:creationId xmlns:a16="http://schemas.microsoft.com/office/drawing/2014/main" id="{9874A9A4-6FD6-AEF6-D929-3AADE37A3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2" t="19811" r="15839" b="19562"/>
          <a:stretch/>
        </p:blipFill>
        <p:spPr bwMode="auto">
          <a:xfrm>
            <a:off x="5350463" y="6661979"/>
            <a:ext cx="1855347" cy="84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82BAD4-0CF8-9B5D-1607-C1BDD2927078}"/>
              </a:ext>
            </a:extLst>
          </p:cNvPr>
          <p:cNvSpPr txBox="1"/>
          <p:nvPr/>
        </p:nvSpPr>
        <p:spPr>
          <a:xfrm>
            <a:off x="-30372" y="-8367"/>
            <a:ext cx="296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Batch Architecture</a:t>
            </a:r>
          </a:p>
        </p:txBody>
      </p:sp>
      <p:pic>
        <p:nvPicPr>
          <p:cNvPr id="10" name="Picture 4" descr="Tableau Logo — How to Optimize it, Pick the right one, Avoid lawsuits.Need  help Finding the Tableau Logo Correctly? That's where this blog comes into  play. | by Tyler | Medium">
            <a:extLst>
              <a:ext uri="{FF2B5EF4-FFF2-40B4-BE49-F238E27FC236}">
                <a16:creationId xmlns:a16="http://schemas.microsoft.com/office/drawing/2014/main" id="{64A75595-4DD8-5DF8-D9DB-4DC94317D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5" y="4043505"/>
            <a:ext cx="1613476" cy="6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C9031A-0145-BB91-8AE4-FE2F043BEEDE}"/>
              </a:ext>
            </a:extLst>
          </p:cNvPr>
          <p:cNvSpPr txBox="1"/>
          <p:nvPr/>
        </p:nvSpPr>
        <p:spPr>
          <a:xfrm>
            <a:off x="12785143" y="839038"/>
            <a:ext cx="884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AI/ML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04CAE5C3-C6D1-9D81-2986-A732B5F6FC23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8593639" y="-187710"/>
            <a:ext cx="1791367" cy="486398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475B84E-867F-1D7B-6C97-187324F40999}"/>
              </a:ext>
            </a:extLst>
          </p:cNvPr>
          <p:cNvCxnSpPr>
            <a:cxnSpLocks/>
            <a:stCxn id="22" idx="3"/>
            <a:endCxn id="1029" idx="1"/>
          </p:cNvCxnSpPr>
          <p:nvPr/>
        </p:nvCxnSpPr>
        <p:spPr>
          <a:xfrm>
            <a:off x="10181689" y="3185682"/>
            <a:ext cx="172891" cy="85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3" name="Picture 6" descr="API Testing Demo Site - Code with MMAK">
            <a:extLst>
              <a:ext uri="{FF2B5EF4-FFF2-40B4-BE49-F238E27FC236}">
                <a16:creationId xmlns:a16="http://schemas.microsoft.com/office/drawing/2014/main" id="{17C5E923-6C6A-B906-A037-F0AD888E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62" y="3430717"/>
            <a:ext cx="1229871" cy="99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B52E80B9-EDF7-2560-E936-39239127306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29048" y="3198222"/>
            <a:ext cx="3163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Csv - ícones de arquivos e pastas grátis">
            <a:extLst>
              <a:ext uri="{FF2B5EF4-FFF2-40B4-BE49-F238E27FC236}">
                <a16:creationId xmlns:a16="http://schemas.microsoft.com/office/drawing/2014/main" id="{5734F0BF-14A1-98B5-37FA-C38B4511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02" y="1328454"/>
            <a:ext cx="945885" cy="94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Elbow Connector 1023">
            <a:extLst>
              <a:ext uri="{FF2B5EF4-FFF2-40B4-BE49-F238E27FC236}">
                <a16:creationId xmlns:a16="http://schemas.microsoft.com/office/drawing/2014/main" id="{BC16B919-4C4B-E460-49E8-5030A919D7F4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5962062" y="3194202"/>
            <a:ext cx="657317" cy="566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3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D56BA7C3-BCEC-EC3D-F106-7B56574F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9474" y="2243266"/>
            <a:ext cx="2295748" cy="63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30298402-DBA1-CB60-E059-C4D8D3C1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02" y="5568300"/>
            <a:ext cx="2295748" cy="63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enchmarking Amazon EMR vs Databricks | Insider Engineering">
            <a:extLst>
              <a:ext uri="{FF2B5EF4-FFF2-40B4-BE49-F238E27FC236}">
                <a16:creationId xmlns:a16="http://schemas.microsoft.com/office/drawing/2014/main" id="{C817D6F8-168D-9BD3-871D-1F5FF99199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1" t="16641" r="2341" b="24303"/>
          <a:stretch/>
        </p:blipFill>
        <p:spPr bwMode="auto">
          <a:xfrm>
            <a:off x="7254914" y="2264008"/>
            <a:ext cx="1752317" cy="57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5542709-F828-7AA3-826E-47D9D8BE522F}"/>
              </a:ext>
            </a:extLst>
          </p:cNvPr>
          <p:cNvSpPr txBox="1"/>
          <p:nvPr/>
        </p:nvSpPr>
        <p:spPr>
          <a:xfrm>
            <a:off x="-68502" y="324653"/>
            <a:ext cx="4215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</a:rPr>
              <a:t>Could native &amp; scalable &amp; collaborative</a:t>
            </a:r>
          </a:p>
        </p:txBody>
      </p:sp>
      <p:pic>
        <p:nvPicPr>
          <p:cNvPr id="1026" name="Picture 2" descr="ollama (@ollama) / Posts / X">
            <a:extLst>
              <a:ext uri="{FF2B5EF4-FFF2-40B4-BE49-F238E27FC236}">
                <a16:creationId xmlns:a16="http://schemas.microsoft.com/office/drawing/2014/main" id="{18EF5ED1-21CD-7AC6-C566-1DD62CB09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7178" y="1276777"/>
            <a:ext cx="847116" cy="8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uggingFace - YouTube">
            <a:extLst>
              <a:ext uri="{FF2B5EF4-FFF2-40B4-BE49-F238E27FC236}">
                <a16:creationId xmlns:a16="http://schemas.microsoft.com/office/drawing/2014/main" id="{8F81ED41-57E7-15DB-AB33-7AAA4FE81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4759" y="1262079"/>
            <a:ext cx="869586" cy="86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logo with an elephant&#10;&#10;Description automatically generated">
            <a:extLst>
              <a:ext uri="{FF2B5EF4-FFF2-40B4-BE49-F238E27FC236}">
                <a16:creationId xmlns:a16="http://schemas.microsoft.com/office/drawing/2014/main" id="{C878F7A8-B474-0B0C-D0B0-1D165640777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10162967" y="2870262"/>
            <a:ext cx="1451428" cy="946968"/>
          </a:xfrm>
          <a:prstGeom prst="rect">
            <a:avLst/>
          </a:prstGeom>
        </p:spPr>
      </p:pic>
      <p:pic>
        <p:nvPicPr>
          <p:cNvPr id="3" name="Picture 6" descr="n8n | Woztell">
            <a:extLst>
              <a:ext uri="{FF2B5EF4-FFF2-40B4-BE49-F238E27FC236}">
                <a16:creationId xmlns:a16="http://schemas.microsoft.com/office/drawing/2014/main" id="{BAF08884-975D-6BDB-8562-33C085661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3" t="35485" r="6028" b="36921"/>
          <a:stretch>
            <a:fillRect/>
          </a:stretch>
        </p:blipFill>
        <p:spPr bwMode="auto">
          <a:xfrm rot="16200000">
            <a:off x="1555305" y="2721844"/>
            <a:ext cx="2752521" cy="87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eb crawler - Free arrows icons">
            <a:extLst>
              <a:ext uri="{FF2B5EF4-FFF2-40B4-BE49-F238E27FC236}">
                <a16:creationId xmlns:a16="http://schemas.microsoft.com/office/drawing/2014/main" id="{F3A45F77-AFF2-335B-62ED-C6C18D2E6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86" y="4270937"/>
            <a:ext cx="998642" cy="99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4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9C6D-FAE1-47E8-0860-FE827279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D5A6FD-EE85-EC72-48D3-F5C36EDAD561}"/>
              </a:ext>
            </a:extLst>
          </p:cNvPr>
          <p:cNvSpPr/>
          <p:nvPr/>
        </p:nvSpPr>
        <p:spPr>
          <a:xfrm>
            <a:off x="200424" y="1205732"/>
            <a:ext cx="1428624" cy="398497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7054DA-4540-BFCA-9D1B-10042F15E435}"/>
              </a:ext>
            </a:extLst>
          </p:cNvPr>
          <p:cNvSpPr/>
          <p:nvPr/>
        </p:nvSpPr>
        <p:spPr>
          <a:xfrm>
            <a:off x="1945446" y="1205732"/>
            <a:ext cx="2056579" cy="39849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AAF5E91-C768-EB4D-0C98-F43D687BCAE0}"/>
              </a:ext>
            </a:extLst>
          </p:cNvPr>
          <p:cNvSpPr/>
          <p:nvPr/>
        </p:nvSpPr>
        <p:spPr>
          <a:xfrm>
            <a:off x="11988494" y="452791"/>
            <a:ext cx="2250949" cy="50567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98C7DB-BC2F-C0F4-367E-02756BCE7B63}"/>
              </a:ext>
            </a:extLst>
          </p:cNvPr>
          <p:cNvSpPr/>
          <p:nvPr/>
        </p:nvSpPr>
        <p:spPr>
          <a:xfrm>
            <a:off x="69151" y="6318000"/>
            <a:ext cx="14192438" cy="1218976"/>
          </a:xfrm>
          <a:prstGeom prst="round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58EA8AFB-2690-C6B7-581F-4A0536A415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17688" y="269448"/>
            <a:ext cx="7134659" cy="5172597"/>
          </a:xfrm>
          <a:prstGeom prst="can">
            <a:avLst>
              <a:gd name="adj" fmla="val 11876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E3D17F0-CE06-41AD-49BE-7C4831384027}"/>
              </a:ext>
            </a:extLst>
          </p:cNvPr>
          <p:cNvSpPr/>
          <p:nvPr/>
        </p:nvSpPr>
        <p:spPr>
          <a:xfrm>
            <a:off x="6767457" y="2820151"/>
            <a:ext cx="875899" cy="12416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Silver Layer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(Parquet)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96140E-16DB-5CCA-5FCC-AD78B118B026}"/>
              </a:ext>
            </a:extLst>
          </p:cNvPr>
          <p:cNvSpPr/>
          <p:nvPr/>
        </p:nvSpPr>
        <p:spPr>
          <a:xfrm>
            <a:off x="7813251" y="2820149"/>
            <a:ext cx="875899" cy="1241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Gold Layer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116F87-9E7B-B761-4FA2-9491BD66795D}"/>
              </a:ext>
            </a:extLst>
          </p:cNvPr>
          <p:cNvSpPr/>
          <p:nvPr/>
        </p:nvSpPr>
        <p:spPr>
          <a:xfrm>
            <a:off x="5722719" y="2820152"/>
            <a:ext cx="875899" cy="12416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Bronze layer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(CSV 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JSON)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54A78-4185-BF5C-7723-7ECA79F5F15F}"/>
              </a:ext>
            </a:extLst>
          </p:cNvPr>
          <p:cNvSpPr txBox="1"/>
          <p:nvPr/>
        </p:nvSpPr>
        <p:spPr>
          <a:xfrm>
            <a:off x="2063124" y="874882"/>
            <a:ext cx="171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Ingestion Layer</a:t>
            </a:r>
            <a:endParaRPr lang="en-GB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88FFEA-83F0-9FA2-2E9C-00089CD8B53F}"/>
              </a:ext>
            </a:extLst>
          </p:cNvPr>
          <p:cNvSpPr txBox="1"/>
          <p:nvPr/>
        </p:nvSpPr>
        <p:spPr>
          <a:xfrm>
            <a:off x="188985" y="867178"/>
            <a:ext cx="154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Data Sources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8CA1B5F-B456-BBBE-A88C-871F2064ACE7}"/>
              </a:ext>
            </a:extLst>
          </p:cNvPr>
          <p:cNvSpPr/>
          <p:nvPr/>
        </p:nvSpPr>
        <p:spPr>
          <a:xfrm>
            <a:off x="4605481" y="950311"/>
            <a:ext cx="4904431" cy="431529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A989D76C-B539-27D5-1C1A-EFF7E5F06B9F}"/>
              </a:ext>
            </a:extLst>
          </p:cNvPr>
          <p:cNvCxnSpPr>
            <a:cxnSpLocks/>
            <a:stCxn id="16" idx="2"/>
            <a:endCxn id="13" idx="2"/>
          </p:cNvCxnSpPr>
          <p:nvPr/>
        </p:nvCxnSpPr>
        <p:spPr>
          <a:xfrm rot="5400000" flipH="1" flipV="1">
            <a:off x="6683037" y="3539442"/>
            <a:ext cx="1" cy="1044738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31BA7221-BE57-4970-DA41-7D2FE10381C2}"/>
              </a:ext>
            </a:extLst>
          </p:cNvPr>
          <p:cNvCxnSpPr>
            <a:cxnSpLocks/>
            <a:stCxn id="13" idx="2"/>
            <a:endCxn id="15" idx="2"/>
          </p:cNvCxnSpPr>
          <p:nvPr/>
        </p:nvCxnSpPr>
        <p:spPr>
          <a:xfrm rot="5400000" flipH="1" flipV="1">
            <a:off x="7728303" y="3538912"/>
            <a:ext cx="2" cy="1045794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B2A6A2E-AD5D-2409-3AB2-C30842609A87}"/>
              </a:ext>
            </a:extLst>
          </p:cNvPr>
          <p:cNvSpPr txBox="1"/>
          <p:nvPr/>
        </p:nvSpPr>
        <p:spPr>
          <a:xfrm>
            <a:off x="7375458" y="284872"/>
            <a:ext cx="159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Storage Layer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680D5E-6EB3-584D-0738-16B0E903F448}"/>
              </a:ext>
            </a:extLst>
          </p:cNvPr>
          <p:cNvSpPr txBox="1"/>
          <p:nvPr/>
        </p:nvSpPr>
        <p:spPr>
          <a:xfrm>
            <a:off x="12421611" y="85352"/>
            <a:ext cx="1462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Serving Layer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530E548-291E-F89F-E2E7-782282D250A9}"/>
              </a:ext>
            </a:extLst>
          </p:cNvPr>
          <p:cNvCxnSpPr>
            <a:cxnSpLocks/>
            <a:stCxn id="5" idx="3"/>
            <a:endCxn id="53" idx="1"/>
          </p:cNvCxnSpPr>
          <p:nvPr/>
        </p:nvCxnSpPr>
        <p:spPr>
          <a:xfrm>
            <a:off x="4002025" y="3198222"/>
            <a:ext cx="1100214" cy="326592"/>
          </a:xfrm>
          <a:prstGeom prst="bentConnector3">
            <a:avLst>
              <a:gd name="adj1" fmla="val 236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5" name="Picture 10" descr="Apache Spark - Wikipedia">
            <a:extLst>
              <a:ext uri="{FF2B5EF4-FFF2-40B4-BE49-F238E27FC236}">
                <a16:creationId xmlns:a16="http://schemas.microsoft.com/office/drawing/2014/main" id="{4A1314C3-79BF-376B-4FA8-149F90E15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89" y="4316556"/>
            <a:ext cx="875899" cy="45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C95C027D-94F6-5FA8-40C8-ABF5A7057131}"/>
              </a:ext>
            </a:extLst>
          </p:cNvPr>
          <p:cNvSpPr/>
          <p:nvPr/>
        </p:nvSpPr>
        <p:spPr>
          <a:xfrm>
            <a:off x="9876759" y="2148850"/>
            <a:ext cx="1438196" cy="25916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AA97999-9BB3-AB86-BA9B-161F5EDCF500}"/>
              </a:ext>
            </a:extLst>
          </p:cNvPr>
          <p:cNvSpPr txBox="1"/>
          <p:nvPr/>
        </p:nvSpPr>
        <p:spPr>
          <a:xfrm>
            <a:off x="10030089" y="2154715"/>
            <a:ext cx="137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Data Warehouse</a:t>
            </a:r>
          </a:p>
        </p:txBody>
      </p:sp>
      <p:cxnSp>
        <p:nvCxnSpPr>
          <p:cNvPr id="1092" name="Elbow Connector 1091">
            <a:extLst>
              <a:ext uri="{FF2B5EF4-FFF2-40B4-BE49-F238E27FC236}">
                <a16:creationId xmlns:a16="http://schemas.microsoft.com/office/drawing/2014/main" id="{15298E7F-0F08-EDB5-2510-2F33AE1245C8}"/>
              </a:ext>
            </a:extLst>
          </p:cNvPr>
          <p:cNvCxnSpPr>
            <a:cxnSpLocks/>
            <a:stCxn id="1029" idx="3"/>
          </p:cNvCxnSpPr>
          <p:nvPr/>
        </p:nvCxnSpPr>
        <p:spPr>
          <a:xfrm>
            <a:off x="11314955" y="3444663"/>
            <a:ext cx="828493" cy="73345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39CB0581-D00A-6548-001E-C6DE4FB9DEF4}"/>
              </a:ext>
            </a:extLst>
          </p:cNvPr>
          <p:cNvSpPr txBox="1"/>
          <p:nvPr/>
        </p:nvSpPr>
        <p:spPr>
          <a:xfrm>
            <a:off x="4328629" y="6263064"/>
            <a:ext cx="129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Security</a:t>
            </a:r>
          </a:p>
        </p:txBody>
      </p:sp>
      <p:sp>
        <p:nvSpPr>
          <p:cNvPr id="1103" name="Right Brace 1102">
            <a:extLst>
              <a:ext uri="{FF2B5EF4-FFF2-40B4-BE49-F238E27FC236}">
                <a16:creationId xmlns:a16="http://schemas.microsoft.com/office/drawing/2014/main" id="{0081E4A9-9C43-D21E-5904-98AD693FA04C}"/>
              </a:ext>
            </a:extLst>
          </p:cNvPr>
          <p:cNvSpPr/>
          <p:nvPr/>
        </p:nvSpPr>
        <p:spPr>
          <a:xfrm rot="16200000">
            <a:off x="4672330" y="4055149"/>
            <a:ext cx="253352" cy="5132334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1703021D-99B2-8E17-78F5-436038C875B8}"/>
              </a:ext>
            </a:extLst>
          </p:cNvPr>
          <p:cNvSpPr txBox="1"/>
          <p:nvPr/>
        </p:nvSpPr>
        <p:spPr>
          <a:xfrm>
            <a:off x="8795213" y="6300098"/>
            <a:ext cx="1065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Monitoring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92D84B28-F19A-3614-6F4F-765E6BF92100}"/>
              </a:ext>
            </a:extLst>
          </p:cNvPr>
          <p:cNvSpPr txBox="1"/>
          <p:nvPr/>
        </p:nvSpPr>
        <p:spPr>
          <a:xfrm>
            <a:off x="11706817" y="6328545"/>
            <a:ext cx="1142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Ops control</a:t>
            </a: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B56A054C-7A0B-8194-000D-E8EFCC5E7876}"/>
              </a:ext>
            </a:extLst>
          </p:cNvPr>
          <p:cNvSpPr/>
          <p:nvPr/>
        </p:nvSpPr>
        <p:spPr>
          <a:xfrm>
            <a:off x="69151" y="5481329"/>
            <a:ext cx="10300576" cy="7875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11" name="Picture 40" descr="Apache Airflow - Wikipedia">
            <a:extLst>
              <a:ext uri="{FF2B5EF4-FFF2-40B4-BE49-F238E27FC236}">
                <a16:creationId xmlns:a16="http://schemas.microsoft.com/office/drawing/2014/main" id="{13D1EE62-12F3-5B57-C0E5-D9B9E63BF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891" y="5596237"/>
            <a:ext cx="1489320" cy="57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851FC4ED-9B42-6EF7-4C4C-45FEAD51AB14}"/>
              </a:ext>
            </a:extLst>
          </p:cNvPr>
          <p:cNvSpPr txBox="1"/>
          <p:nvPr/>
        </p:nvSpPr>
        <p:spPr>
          <a:xfrm>
            <a:off x="3520554" y="5714643"/>
            <a:ext cx="161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Orchestration</a:t>
            </a:r>
            <a:endParaRPr lang="en-GB" sz="1400" b="1" dirty="0"/>
          </a:p>
        </p:txBody>
      </p:sp>
      <p:pic>
        <p:nvPicPr>
          <p:cNvPr id="2050" name="Picture 2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DFA79235-2689-F0AB-2D95-0729A4FDDD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6" r="25918"/>
          <a:stretch/>
        </p:blipFill>
        <p:spPr bwMode="auto">
          <a:xfrm>
            <a:off x="12204286" y="1355820"/>
            <a:ext cx="649839" cy="74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ikit-learn - Wikipedia">
            <a:extLst>
              <a:ext uri="{FF2B5EF4-FFF2-40B4-BE49-F238E27FC236}">
                <a16:creationId xmlns:a16="http://schemas.microsoft.com/office/drawing/2014/main" id="{53E145DA-0DE8-B739-111F-1A446E991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671" y="1352474"/>
            <a:ext cx="1153593" cy="62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ight Brace 36">
            <a:extLst>
              <a:ext uri="{FF2B5EF4-FFF2-40B4-BE49-F238E27FC236}">
                <a16:creationId xmlns:a16="http://schemas.microsoft.com/office/drawing/2014/main" id="{56E3DD02-F476-5D97-82F4-49E6F38067A6}"/>
              </a:ext>
            </a:extLst>
          </p:cNvPr>
          <p:cNvSpPr/>
          <p:nvPr/>
        </p:nvSpPr>
        <p:spPr>
          <a:xfrm rot="16200000">
            <a:off x="7070689" y="2272579"/>
            <a:ext cx="189362" cy="880307"/>
          </a:xfrm>
          <a:prstGeom prst="rightBrace">
            <a:avLst>
              <a:gd name="adj1" fmla="val 88243"/>
              <a:gd name="adj2" fmla="val 5065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7D6478-1FCF-4115-DB71-9F8352900162}"/>
              </a:ext>
            </a:extLst>
          </p:cNvPr>
          <p:cNvSpPr txBox="1"/>
          <p:nvPr/>
        </p:nvSpPr>
        <p:spPr>
          <a:xfrm>
            <a:off x="8045246" y="1410591"/>
            <a:ext cx="722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OLTP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AF46E4-6324-8FE6-2FA4-02615A93DCE5}"/>
              </a:ext>
            </a:extLst>
          </p:cNvPr>
          <p:cNvSpPr txBox="1"/>
          <p:nvPr/>
        </p:nvSpPr>
        <p:spPr>
          <a:xfrm>
            <a:off x="12182077" y="3485775"/>
            <a:ext cx="203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Analytics/Visualization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76E640E-E9FD-2BD5-DA1B-646921613528}"/>
              </a:ext>
            </a:extLst>
          </p:cNvPr>
          <p:cNvSpPr/>
          <p:nvPr/>
        </p:nvSpPr>
        <p:spPr>
          <a:xfrm>
            <a:off x="12121907" y="3351175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CA7AFB3-F334-D8EE-C4DB-25E32F4878C9}"/>
              </a:ext>
            </a:extLst>
          </p:cNvPr>
          <p:cNvSpPr/>
          <p:nvPr/>
        </p:nvSpPr>
        <p:spPr>
          <a:xfrm>
            <a:off x="12143448" y="794837"/>
            <a:ext cx="2018864" cy="210324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54" name="Picture 4" descr="Get to Know AWS Identity and Access Management | Salesforce Trailhead">
            <a:extLst>
              <a:ext uri="{FF2B5EF4-FFF2-40B4-BE49-F238E27FC236}">
                <a16:creationId xmlns:a16="http://schemas.microsoft.com/office/drawing/2014/main" id="{A65EFC8B-DE5B-7CD7-A06A-8A831690C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639" y="6664522"/>
            <a:ext cx="693286" cy="8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6" descr="AWS – Key Management Service aka AWS – KMS">
            <a:extLst>
              <a:ext uri="{FF2B5EF4-FFF2-40B4-BE49-F238E27FC236}">
                <a16:creationId xmlns:a16="http://schemas.microsoft.com/office/drawing/2014/main" id="{74E306C9-0FD6-8C24-BB5E-FA12AF939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40" y="6682790"/>
            <a:ext cx="1061899" cy="81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8" descr="Amazon cloudwatch logo - Ícones Social media e Logos">
            <a:extLst>
              <a:ext uri="{FF2B5EF4-FFF2-40B4-BE49-F238E27FC236}">
                <a16:creationId xmlns:a16="http://schemas.microsoft.com/office/drawing/2014/main" id="{F70849F3-A9BE-6C58-FE6A-9B3BBC4E4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150" y="6644886"/>
            <a:ext cx="1749166" cy="87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10" descr="Saving time and effort with AWS OpsWorks, definition and alternatives - R&amp;D  Solutions">
            <a:extLst>
              <a:ext uri="{FF2B5EF4-FFF2-40B4-BE49-F238E27FC236}">
                <a16:creationId xmlns:a16="http://schemas.microsoft.com/office/drawing/2014/main" id="{B849D8E8-D359-BF2B-3D5C-897A2D9F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61" y="6652943"/>
            <a:ext cx="2167563" cy="78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12" descr="Xml Generic Outline Color icon">
            <a:extLst>
              <a:ext uri="{FF2B5EF4-FFF2-40B4-BE49-F238E27FC236}">
                <a16:creationId xmlns:a16="http://schemas.microsoft.com/office/drawing/2014/main" id="{7B2A19D7-6803-1446-719F-61E270C6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24" y="2611727"/>
            <a:ext cx="945886" cy="94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14" descr="How to Use Python Requests Library">
            <a:extLst>
              <a:ext uri="{FF2B5EF4-FFF2-40B4-BE49-F238E27FC236}">
                <a16:creationId xmlns:a16="http://schemas.microsoft.com/office/drawing/2014/main" id="{961E573C-B3E1-34D2-E020-6D0688C80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6" t="19481" r="9369" b="23895"/>
          <a:stretch/>
        </p:blipFill>
        <p:spPr bwMode="auto">
          <a:xfrm rot="16200000">
            <a:off x="1691066" y="2718525"/>
            <a:ext cx="2470827" cy="9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VPC | AWS Cheat Sheet">
            <a:extLst>
              <a:ext uri="{FF2B5EF4-FFF2-40B4-BE49-F238E27FC236}">
                <a16:creationId xmlns:a16="http://schemas.microsoft.com/office/drawing/2014/main" id="{D5A5AC0E-72C6-9663-0AB4-3F93F0999E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2" t="19811" r="15839" b="19562"/>
          <a:stretch/>
        </p:blipFill>
        <p:spPr bwMode="auto">
          <a:xfrm>
            <a:off x="5350463" y="6661979"/>
            <a:ext cx="1855347" cy="84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B9E7AA-FB5A-7664-D415-AECEDE762104}"/>
              </a:ext>
            </a:extLst>
          </p:cNvPr>
          <p:cNvSpPr txBox="1"/>
          <p:nvPr/>
        </p:nvSpPr>
        <p:spPr>
          <a:xfrm>
            <a:off x="-11877" y="-2429"/>
            <a:ext cx="296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Batch Architecture</a:t>
            </a:r>
          </a:p>
        </p:txBody>
      </p:sp>
      <p:pic>
        <p:nvPicPr>
          <p:cNvPr id="10" name="Picture 4" descr="Tableau Logo — How to Optimize it, Pick the right one, Avoid lawsuits.Need  help Finding the Tableau Logo Correctly? That's where this blog comes into  play. | by Tyler | Medium">
            <a:extLst>
              <a:ext uri="{FF2B5EF4-FFF2-40B4-BE49-F238E27FC236}">
                <a16:creationId xmlns:a16="http://schemas.microsoft.com/office/drawing/2014/main" id="{709BCD8A-C12C-4CB7-BB8A-739616A18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5" y="4043505"/>
            <a:ext cx="1613476" cy="6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9BD0AF8-0768-FD4C-80F1-3BF288690340}"/>
              </a:ext>
            </a:extLst>
          </p:cNvPr>
          <p:cNvSpPr txBox="1"/>
          <p:nvPr/>
        </p:nvSpPr>
        <p:spPr>
          <a:xfrm>
            <a:off x="12486115" y="873674"/>
            <a:ext cx="1342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Exploration/ML</a:t>
            </a:r>
          </a:p>
        </p:txBody>
      </p:sp>
      <p:pic>
        <p:nvPicPr>
          <p:cNvPr id="1073" name="Picture 6" descr="API Testing Demo Site - Code with MMAK">
            <a:extLst>
              <a:ext uri="{FF2B5EF4-FFF2-40B4-BE49-F238E27FC236}">
                <a16:creationId xmlns:a16="http://schemas.microsoft.com/office/drawing/2014/main" id="{F9436CC4-AB0B-6DE3-3349-1EDCCF2C5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1" y="3678798"/>
            <a:ext cx="1229871" cy="99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CB4080FE-921E-C380-2B2A-61D9DAEE31B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29048" y="3198222"/>
            <a:ext cx="3163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Csv - ícones de arquivos e pastas grátis">
            <a:extLst>
              <a:ext uri="{FF2B5EF4-FFF2-40B4-BE49-F238E27FC236}">
                <a16:creationId xmlns:a16="http://schemas.microsoft.com/office/drawing/2014/main" id="{7F24FEAF-D304-3997-4FF1-EFF7CD318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02" y="1328454"/>
            <a:ext cx="945885" cy="94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AWS EMR">
            <a:extLst>
              <a:ext uri="{FF2B5EF4-FFF2-40B4-BE49-F238E27FC236}">
                <a16:creationId xmlns:a16="http://schemas.microsoft.com/office/drawing/2014/main" id="{0C2FBE52-F214-8987-CC81-C21C3D92E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713" y="4305481"/>
            <a:ext cx="1047315" cy="48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DCA515BB-C681-50AB-4392-5CCC5A991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9474" y="2243266"/>
            <a:ext cx="2295748" cy="63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428520E6-4433-D0AA-B156-36757E1C2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9" r="23477"/>
          <a:stretch/>
        </p:blipFill>
        <p:spPr bwMode="auto">
          <a:xfrm>
            <a:off x="2695275" y="4647815"/>
            <a:ext cx="1116174" cy="55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7F4C19A3-8783-5B32-A921-529D0D72B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02" y="5568300"/>
            <a:ext cx="2295748" cy="63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E76784-48DA-5098-DACD-3DDAF5E1882B}"/>
              </a:ext>
            </a:extLst>
          </p:cNvPr>
          <p:cNvSpPr txBox="1"/>
          <p:nvPr/>
        </p:nvSpPr>
        <p:spPr>
          <a:xfrm>
            <a:off x="-5689" y="334806"/>
            <a:ext cx="4215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</a:rPr>
              <a:t>Could native &amp; scalable &amp; lower-cost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CE805E15-2FF7-57C8-D42C-C2946C3B15A4}"/>
              </a:ext>
            </a:extLst>
          </p:cNvPr>
          <p:cNvSpPr/>
          <p:nvPr/>
        </p:nvSpPr>
        <p:spPr>
          <a:xfrm rot="10800000">
            <a:off x="5586506" y="2819695"/>
            <a:ext cx="299106" cy="1211844"/>
          </a:xfrm>
          <a:prstGeom prst="rightBrace">
            <a:avLst>
              <a:gd name="adj1" fmla="val 88243"/>
              <a:gd name="adj2" fmla="val 48567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3" name="Picture 6" descr="How to Create S3 Bucket and Add Object in AWS Step by Step:-">
            <a:extLst>
              <a:ext uri="{FF2B5EF4-FFF2-40B4-BE49-F238E27FC236}">
                <a16:creationId xmlns:a16="http://schemas.microsoft.com/office/drawing/2014/main" id="{18C1EC11-4AD3-0AFC-3BF8-AADAF1AFE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1" t="14604" r="34972" b="14562"/>
          <a:stretch/>
        </p:blipFill>
        <p:spPr bwMode="auto">
          <a:xfrm>
            <a:off x="5102239" y="3165554"/>
            <a:ext cx="483475" cy="71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 descr="A blue logo with an elephant&#10;&#10;Description automatically generated">
            <a:extLst>
              <a:ext uri="{FF2B5EF4-FFF2-40B4-BE49-F238E27FC236}">
                <a16:creationId xmlns:a16="http://schemas.microsoft.com/office/drawing/2014/main" id="{63FDBF73-3B50-C403-8DAF-2F8D789EF07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9644308" y="3053595"/>
            <a:ext cx="1903097" cy="1241655"/>
          </a:xfrm>
          <a:prstGeom prst="rect">
            <a:avLst/>
          </a:prstGeom>
        </p:spPr>
      </p:pic>
      <p:cxnSp>
        <p:nvCxnSpPr>
          <p:cNvPr id="1052" name="Elbow Connector 1051">
            <a:extLst>
              <a:ext uri="{FF2B5EF4-FFF2-40B4-BE49-F238E27FC236}">
                <a16:creationId xmlns:a16="http://schemas.microsoft.com/office/drawing/2014/main" id="{5EECC82D-B466-093F-8BD6-F4BB7989CD9F}"/>
              </a:ext>
            </a:extLst>
          </p:cNvPr>
          <p:cNvCxnSpPr>
            <a:cxnSpLocks/>
            <a:stCxn id="15" idx="3"/>
            <a:endCxn id="1029" idx="1"/>
          </p:cNvCxnSpPr>
          <p:nvPr/>
        </p:nvCxnSpPr>
        <p:spPr>
          <a:xfrm>
            <a:off x="8689150" y="3440979"/>
            <a:ext cx="1187609" cy="368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3" name="Picture 1062" descr="A blue logo with an elephant&#10;&#10;Description automatically generated">
            <a:extLst>
              <a:ext uri="{FF2B5EF4-FFF2-40B4-BE49-F238E27FC236}">
                <a16:creationId xmlns:a16="http://schemas.microsoft.com/office/drawing/2014/main" id="{AAD6F621-622F-F60E-4065-173F2A34425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0435" y="1729874"/>
            <a:ext cx="1292571" cy="843324"/>
          </a:xfrm>
          <a:prstGeom prst="rect">
            <a:avLst/>
          </a:prstGeom>
        </p:spPr>
      </p:pic>
      <p:sp>
        <p:nvSpPr>
          <p:cNvPr id="1071" name="Rounded Rectangle 1070">
            <a:extLst>
              <a:ext uri="{FF2B5EF4-FFF2-40B4-BE49-F238E27FC236}">
                <a16:creationId xmlns:a16="http://schemas.microsoft.com/office/drawing/2014/main" id="{59AA9562-56A0-6558-B929-A583EF735385}"/>
              </a:ext>
            </a:extLst>
          </p:cNvPr>
          <p:cNvSpPr/>
          <p:nvPr/>
        </p:nvSpPr>
        <p:spPr>
          <a:xfrm>
            <a:off x="5727791" y="2796213"/>
            <a:ext cx="1923614" cy="124165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4" name="Picture 6" descr="Schema Evolution &amp; Enforcement on Delta Lake - Databricks">
            <a:extLst>
              <a:ext uri="{FF2B5EF4-FFF2-40B4-BE49-F238E27FC236}">
                <a16:creationId xmlns:a16="http://schemas.microsoft.com/office/drawing/2014/main" id="{7F70BB3B-FE07-6C6B-604B-2744A31D3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350" y="1842475"/>
            <a:ext cx="880306" cy="71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8" name="Right Brace 1077">
            <a:extLst>
              <a:ext uri="{FF2B5EF4-FFF2-40B4-BE49-F238E27FC236}">
                <a16:creationId xmlns:a16="http://schemas.microsoft.com/office/drawing/2014/main" id="{31F04AA9-1BCD-5165-A424-3EFCBFEA4B06}"/>
              </a:ext>
            </a:extLst>
          </p:cNvPr>
          <p:cNvSpPr/>
          <p:nvPr/>
        </p:nvSpPr>
        <p:spPr>
          <a:xfrm rot="16200000">
            <a:off x="8162963" y="2273839"/>
            <a:ext cx="189362" cy="880307"/>
          </a:xfrm>
          <a:prstGeom prst="rightBrace">
            <a:avLst>
              <a:gd name="adj1" fmla="val 88243"/>
              <a:gd name="adj2" fmla="val 5065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9" name="Elbow Connector 1078">
            <a:extLst>
              <a:ext uri="{FF2B5EF4-FFF2-40B4-BE49-F238E27FC236}">
                <a16:creationId xmlns:a16="http://schemas.microsoft.com/office/drawing/2014/main" id="{5B314621-E25D-3A43-3F32-3769D7790A2A}"/>
              </a:ext>
            </a:extLst>
          </p:cNvPr>
          <p:cNvCxnSpPr>
            <a:cxnSpLocks/>
            <a:stCxn id="2054" idx="0"/>
            <a:endCxn id="51" idx="1"/>
          </p:cNvCxnSpPr>
          <p:nvPr/>
        </p:nvCxnSpPr>
        <p:spPr>
          <a:xfrm rot="16200000" flipH="1">
            <a:off x="9661983" y="-635005"/>
            <a:ext cx="3984" cy="4958945"/>
          </a:xfrm>
          <a:prstGeom prst="bentConnector4">
            <a:avLst>
              <a:gd name="adj1" fmla="val -15458760"/>
              <a:gd name="adj2" fmla="val 9218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63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FE96-4E6C-DC47-B541-2B5A9848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62415E-7708-9243-6D38-1D39924EAB1D}"/>
              </a:ext>
            </a:extLst>
          </p:cNvPr>
          <p:cNvSpPr/>
          <p:nvPr/>
        </p:nvSpPr>
        <p:spPr>
          <a:xfrm>
            <a:off x="200424" y="1205732"/>
            <a:ext cx="1428624" cy="398497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C517EA-D897-2898-99F7-8F8B38A1EE11}"/>
              </a:ext>
            </a:extLst>
          </p:cNvPr>
          <p:cNvSpPr/>
          <p:nvPr/>
        </p:nvSpPr>
        <p:spPr>
          <a:xfrm>
            <a:off x="1945446" y="1205732"/>
            <a:ext cx="2056579" cy="39849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38B63C-E275-E79D-F130-AE29DE7F38FE}"/>
              </a:ext>
            </a:extLst>
          </p:cNvPr>
          <p:cNvSpPr/>
          <p:nvPr/>
        </p:nvSpPr>
        <p:spPr>
          <a:xfrm>
            <a:off x="11988494" y="452791"/>
            <a:ext cx="2250949" cy="50567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E880C5-C071-2C44-35AC-14CA5DEFC4AF}"/>
              </a:ext>
            </a:extLst>
          </p:cNvPr>
          <p:cNvSpPr/>
          <p:nvPr/>
        </p:nvSpPr>
        <p:spPr>
          <a:xfrm>
            <a:off x="69151" y="6318000"/>
            <a:ext cx="14192438" cy="1218976"/>
          </a:xfrm>
          <a:prstGeom prst="round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ACAE83D9-69A3-9438-55AE-4C160432D8B1}"/>
              </a:ext>
            </a:extLst>
          </p:cNvPr>
          <p:cNvSpPr/>
          <p:nvPr/>
        </p:nvSpPr>
        <p:spPr>
          <a:xfrm>
            <a:off x="4417688" y="269448"/>
            <a:ext cx="7134659" cy="5172597"/>
          </a:xfrm>
          <a:prstGeom prst="can">
            <a:avLst>
              <a:gd name="adj" fmla="val 16035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ECBE4E-3E42-4668-9050-F8C49DE95436}"/>
              </a:ext>
            </a:extLst>
          </p:cNvPr>
          <p:cNvSpPr/>
          <p:nvPr/>
        </p:nvSpPr>
        <p:spPr>
          <a:xfrm>
            <a:off x="7877648" y="3127740"/>
            <a:ext cx="875899" cy="12416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Silver Layer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EEC83EA-12F9-5935-D517-D22C6C4B2F7E}"/>
              </a:ext>
            </a:extLst>
          </p:cNvPr>
          <p:cNvSpPr/>
          <p:nvPr/>
        </p:nvSpPr>
        <p:spPr>
          <a:xfrm>
            <a:off x="8923442" y="3127738"/>
            <a:ext cx="875899" cy="1241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Gold Layer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92B3E9-CF98-BF32-5D17-FB5139903310}"/>
              </a:ext>
            </a:extLst>
          </p:cNvPr>
          <p:cNvSpPr/>
          <p:nvPr/>
        </p:nvSpPr>
        <p:spPr>
          <a:xfrm>
            <a:off x="6832910" y="3127741"/>
            <a:ext cx="875899" cy="12416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Bronze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EE5D9A-4D04-0069-1144-9715389B01D0}"/>
              </a:ext>
            </a:extLst>
          </p:cNvPr>
          <p:cNvSpPr txBox="1"/>
          <p:nvPr/>
        </p:nvSpPr>
        <p:spPr>
          <a:xfrm>
            <a:off x="2063124" y="874882"/>
            <a:ext cx="171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Ingestion Layer</a:t>
            </a:r>
            <a:endParaRPr lang="en-GB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E0E4E6-B7EA-BA30-611F-9290D68548B3}"/>
              </a:ext>
            </a:extLst>
          </p:cNvPr>
          <p:cNvSpPr txBox="1"/>
          <p:nvPr/>
        </p:nvSpPr>
        <p:spPr>
          <a:xfrm>
            <a:off x="188985" y="867178"/>
            <a:ext cx="154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Data Sources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BE664D4-A65B-0A9D-8F33-5C6D4EEF340C}"/>
              </a:ext>
            </a:extLst>
          </p:cNvPr>
          <p:cNvSpPr/>
          <p:nvPr/>
        </p:nvSpPr>
        <p:spPr>
          <a:xfrm>
            <a:off x="4605481" y="1223236"/>
            <a:ext cx="5318050" cy="392489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D6E723F-C6E2-A16B-4C10-4FFAE5299AE8}"/>
              </a:ext>
            </a:extLst>
          </p:cNvPr>
          <p:cNvCxnSpPr>
            <a:cxnSpLocks/>
            <a:stCxn id="16" idx="2"/>
            <a:endCxn id="13" idx="2"/>
          </p:cNvCxnSpPr>
          <p:nvPr/>
        </p:nvCxnSpPr>
        <p:spPr>
          <a:xfrm rot="5400000" flipH="1" flipV="1">
            <a:off x="7793229" y="3847026"/>
            <a:ext cx="1" cy="1044738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75B92FB-C135-E301-CD97-06C35906E863}"/>
              </a:ext>
            </a:extLst>
          </p:cNvPr>
          <p:cNvCxnSpPr>
            <a:cxnSpLocks/>
            <a:stCxn id="13" idx="2"/>
            <a:endCxn id="15" idx="2"/>
          </p:cNvCxnSpPr>
          <p:nvPr/>
        </p:nvCxnSpPr>
        <p:spPr>
          <a:xfrm rot="5400000" flipH="1" flipV="1">
            <a:off x="8838494" y="3846501"/>
            <a:ext cx="2" cy="1045794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44F97F7-17A5-45BC-DCD6-4A602ECBF6AB}"/>
              </a:ext>
            </a:extLst>
          </p:cNvPr>
          <p:cNvSpPr txBox="1"/>
          <p:nvPr/>
        </p:nvSpPr>
        <p:spPr>
          <a:xfrm>
            <a:off x="7375458" y="284872"/>
            <a:ext cx="159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Storage Layer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D537D5-7770-E734-216A-1F1A70B62668}"/>
              </a:ext>
            </a:extLst>
          </p:cNvPr>
          <p:cNvSpPr txBox="1"/>
          <p:nvPr/>
        </p:nvSpPr>
        <p:spPr>
          <a:xfrm>
            <a:off x="12421611" y="85352"/>
            <a:ext cx="1462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Serving Layer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7AC85DC-5EDA-CFA3-61A4-4C15311A9FF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02025" y="3198222"/>
            <a:ext cx="1592345" cy="550349"/>
          </a:xfrm>
          <a:prstGeom prst="bentConnector3">
            <a:avLst>
              <a:gd name="adj1" fmla="val 7972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5" name="Picture 10" descr="Apache Spark - Wikipedia">
            <a:extLst>
              <a:ext uri="{FF2B5EF4-FFF2-40B4-BE49-F238E27FC236}">
                <a16:creationId xmlns:a16="http://schemas.microsoft.com/office/drawing/2014/main" id="{8406004C-448E-9F40-43CF-9CDEA6B96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126" y="4624145"/>
            <a:ext cx="875899" cy="45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B0F21A44-5087-2565-7AE5-FA08E3474E6A}"/>
              </a:ext>
            </a:extLst>
          </p:cNvPr>
          <p:cNvSpPr txBox="1"/>
          <p:nvPr/>
        </p:nvSpPr>
        <p:spPr>
          <a:xfrm>
            <a:off x="4336322" y="2928147"/>
            <a:ext cx="93210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CSV/JSON</a:t>
            </a:r>
          </a:p>
        </p:txBody>
      </p:sp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F5C66EB3-D511-D7CA-7220-08B493D08FAF}"/>
              </a:ext>
            </a:extLst>
          </p:cNvPr>
          <p:cNvSpPr/>
          <p:nvPr/>
        </p:nvSpPr>
        <p:spPr>
          <a:xfrm>
            <a:off x="10354580" y="1898389"/>
            <a:ext cx="1046437" cy="25916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78BCF624-9CE8-9737-49CF-4D96FD450ADA}"/>
              </a:ext>
            </a:extLst>
          </p:cNvPr>
          <p:cNvSpPr txBox="1"/>
          <p:nvPr/>
        </p:nvSpPr>
        <p:spPr>
          <a:xfrm>
            <a:off x="10354580" y="1904254"/>
            <a:ext cx="1140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Data Warehouse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72E3ED2-FC89-5331-C2DC-4F940F8FE5B8}"/>
              </a:ext>
            </a:extLst>
          </p:cNvPr>
          <p:cNvSpPr txBox="1"/>
          <p:nvPr/>
        </p:nvSpPr>
        <p:spPr>
          <a:xfrm>
            <a:off x="5512892" y="2462245"/>
            <a:ext cx="932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Raw Storage/Backup</a:t>
            </a:r>
          </a:p>
        </p:txBody>
      </p:sp>
      <p:cxnSp>
        <p:nvCxnSpPr>
          <p:cNvPr id="1092" name="Elbow Connector 1091">
            <a:extLst>
              <a:ext uri="{FF2B5EF4-FFF2-40B4-BE49-F238E27FC236}">
                <a16:creationId xmlns:a16="http://schemas.microsoft.com/office/drawing/2014/main" id="{87716B60-2C64-9C5C-EAC8-B5F69D4EAE15}"/>
              </a:ext>
            </a:extLst>
          </p:cNvPr>
          <p:cNvCxnSpPr>
            <a:cxnSpLocks/>
            <a:stCxn id="1029" idx="3"/>
            <a:endCxn id="10" idx="1"/>
          </p:cNvCxnSpPr>
          <p:nvPr/>
        </p:nvCxnSpPr>
        <p:spPr>
          <a:xfrm>
            <a:off x="11401017" y="3194202"/>
            <a:ext cx="953388" cy="1152308"/>
          </a:xfrm>
          <a:prstGeom prst="bentConnector3">
            <a:avLst>
              <a:gd name="adj1" fmla="val 3984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D1FF9210-2F58-2964-3529-7982FA725A7C}"/>
              </a:ext>
            </a:extLst>
          </p:cNvPr>
          <p:cNvSpPr txBox="1"/>
          <p:nvPr/>
        </p:nvSpPr>
        <p:spPr>
          <a:xfrm>
            <a:off x="4328629" y="6263064"/>
            <a:ext cx="129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Security</a:t>
            </a:r>
          </a:p>
        </p:txBody>
      </p:sp>
      <p:sp>
        <p:nvSpPr>
          <p:cNvPr id="1103" name="Right Brace 1102">
            <a:extLst>
              <a:ext uri="{FF2B5EF4-FFF2-40B4-BE49-F238E27FC236}">
                <a16:creationId xmlns:a16="http://schemas.microsoft.com/office/drawing/2014/main" id="{F0D37C69-053B-957B-333A-2134143A55C9}"/>
              </a:ext>
            </a:extLst>
          </p:cNvPr>
          <p:cNvSpPr/>
          <p:nvPr/>
        </p:nvSpPr>
        <p:spPr>
          <a:xfrm rot="16200000">
            <a:off x="4672330" y="4055149"/>
            <a:ext cx="253352" cy="5132334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62E92E7C-06D8-A691-F2C0-EDB55B153DD7}"/>
              </a:ext>
            </a:extLst>
          </p:cNvPr>
          <p:cNvSpPr txBox="1"/>
          <p:nvPr/>
        </p:nvSpPr>
        <p:spPr>
          <a:xfrm>
            <a:off x="8795213" y="6300098"/>
            <a:ext cx="1065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Monitoring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DE2F6A88-D062-28CA-5198-539894B3E86F}"/>
              </a:ext>
            </a:extLst>
          </p:cNvPr>
          <p:cNvSpPr txBox="1"/>
          <p:nvPr/>
        </p:nvSpPr>
        <p:spPr>
          <a:xfrm>
            <a:off x="11706817" y="6328545"/>
            <a:ext cx="1142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Ops control</a:t>
            </a: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F855C14F-19C2-5B0D-063C-1A683F4E78C5}"/>
              </a:ext>
            </a:extLst>
          </p:cNvPr>
          <p:cNvSpPr/>
          <p:nvPr/>
        </p:nvSpPr>
        <p:spPr>
          <a:xfrm>
            <a:off x="69151" y="5481329"/>
            <a:ext cx="10300576" cy="7875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11" name="Picture 40" descr="Apache Airflow - Wikipedia">
            <a:extLst>
              <a:ext uri="{FF2B5EF4-FFF2-40B4-BE49-F238E27FC236}">
                <a16:creationId xmlns:a16="http://schemas.microsoft.com/office/drawing/2014/main" id="{2B80E703-EC5D-824E-A6A9-2BE086990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891" y="5596237"/>
            <a:ext cx="1489320" cy="57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978DDFF0-417C-BB8F-1F4A-7130E2B44DE9}"/>
              </a:ext>
            </a:extLst>
          </p:cNvPr>
          <p:cNvSpPr txBox="1"/>
          <p:nvPr/>
        </p:nvSpPr>
        <p:spPr>
          <a:xfrm>
            <a:off x="3520554" y="5714643"/>
            <a:ext cx="161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Orchestration</a:t>
            </a:r>
            <a:endParaRPr lang="en-GB" sz="1400" b="1" dirty="0"/>
          </a:p>
        </p:txBody>
      </p:sp>
      <p:pic>
        <p:nvPicPr>
          <p:cNvPr id="6" name="Picture 6" descr="How to Create S3 Bucket and Add Object in AWS Step by Step:-">
            <a:extLst>
              <a:ext uri="{FF2B5EF4-FFF2-40B4-BE49-F238E27FC236}">
                <a16:creationId xmlns:a16="http://schemas.microsoft.com/office/drawing/2014/main" id="{165AEE89-A462-130F-A160-613C2CD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1" t="14604" r="34972" b="14562"/>
          <a:stretch/>
        </p:blipFill>
        <p:spPr bwMode="auto">
          <a:xfrm>
            <a:off x="5594370" y="3243695"/>
            <a:ext cx="679438" cy="100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88B415A-AE67-8C78-399C-78EFF8281E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6" r="25918"/>
          <a:stretch/>
        </p:blipFill>
        <p:spPr bwMode="auto">
          <a:xfrm>
            <a:off x="12204286" y="1355820"/>
            <a:ext cx="649839" cy="74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ikit-learn - Wikipedia">
            <a:extLst>
              <a:ext uri="{FF2B5EF4-FFF2-40B4-BE49-F238E27FC236}">
                <a16:creationId xmlns:a16="http://schemas.microsoft.com/office/drawing/2014/main" id="{15F92A2D-3E40-C3CA-7B38-4708619EA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671" y="1352474"/>
            <a:ext cx="1153593" cy="62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ight Brace 36">
            <a:extLst>
              <a:ext uri="{FF2B5EF4-FFF2-40B4-BE49-F238E27FC236}">
                <a16:creationId xmlns:a16="http://schemas.microsoft.com/office/drawing/2014/main" id="{E9DA10DA-D6CE-BF32-2135-DB65735D9EB9}"/>
              </a:ext>
            </a:extLst>
          </p:cNvPr>
          <p:cNvSpPr/>
          <p:nvPr/>
        </p:nvSpPr>
        <p:spPr>
          <a:xfrm rot="16200000">
            <a:off x="8703580" y="2015804"/>
            <a:ext cx="299106" cy="1950320"/>
          </a:xfrm>
          <a:prstGeom prst="rightBrace">
            <a:avLst>
              <a:gd name="adj1" fmla="val 88243"/>
              <a:gd name="adj2" fmla="val 4945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51D499-6F58-349D-D06B-069350AD8F12}"/>
              </a:ext>
            </a:extLst>
          </p:cNvPr>
          <p:cNvSpPr txBox="1"/>
          <p:nvPr/>
        </p:nvSpPr>
        <p:spPr>
          <a:xfrm>
            <a:off x="8543081" y="1439894"/>
            <a:ext cx="722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OLTP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35EBED-E077-FEDF-A175-6B795D9F08DA}"/>
              </a:ext>
            </a:extLst>
          </p:cNvPr>
          <p:cNvSpPr txBox="1"/>
          <p:nvPr/>
        </p:nvSpPr>
        <p:spPr>
          <a:xfrm>
            <a:off x="12182077" y="3485775"/>
            <a:ext cx="203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Analytics/Visualization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EEFEBE7-C890-A326-F212-2D2ACECEC305}"/>
              </a:ext>
            </a:extLst>
          </p:cNvPr>
          <p:cNvSpPr/>
          <p:nvPr/>
        </p:nvSpPr>
        <p:spPr>
          <a:xfrm>
            <a:off x="12121907" y="3351175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14027D1-A617-EFD2-B203-0D69A9B9D2DE}"/>
              </a:ext>
            </a:extLst>
          </p:cNvPr>
          <p:cNvSpPr/>
          <p:nvPr/>
        </p:nvSpPr>
        <p:spPr>
          <a:xfrm>
            <a:off x="12143448" y="794837"/>
            <a:ext cx="2018864" cy="210324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54" name="Picture 4" descr="Get to Know AWS Identity and Access Management | Salesforce Trailhead">
            <a:extLst>
              <a:ext uri="{FF2B5EF4-FFF2-40B4-BE49-F238E27FC236}">
                <a16:creationId xmlns:a16="http://schemas.microsoft.com/office/drawing/2014/main" id="{049297BC-4A43-3E9A-5FB6-9A46C9758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639" y="6664522"/>
            <a:ext cx="693286" cy="8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6" descr="AWS – Key Management Service aka AWS – KMS">
            <a:extLst>
              <a:ext uri="{FF2B5EF4-FFF2-40B4-BE49-F238E27FC236}">
                <a16:creationId xmlns:a16="http://schemas.microsoft.com/office/drawing/2014/main" id="{9547CF9A-FE64-6461-9FAF-55F3B8C1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40" y="6682790"/>
            <a:ext cx="1061899" cy="81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8" descr="Amazon cloudwatch logo - Ícones Social media e Logos">
            <a:extLst>
              <a:ext uri="{FF2B5EF4-FFF2-40B4-BE49-F238E27FC236}">
                <a16:creationId xmlns:a16="http://schemas.microsoft.com/office/drawing/2014/main" id="{E1FF9282-57CE-3EB6-844D-884D301D3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150" y="6644886"/>
            <a:ext cx="1749166" cy="87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10" descr="Saving time and effort with AWS OpsWorks, definition and alternatives - R&amp;D  Solutions">
            <a:extLst>
              <a:ext uri="{FF2B5EF4-FFF2-40B4-BE49-F238E27FC236}">
                <a16:creationId xmlns:a16="http://schemas.microsoft.com/office/drawing/2014/main" id="{8A838647-246D-4644-1A14-F787D07EA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61" y="6652943"/>
            <a:ext cx="2167563" cy="78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12" descr="Xml Generic Outline Color icon">
            <a:extLst>
              <a:ext uri="{FF2B5EF4-FFF2-40B4-BE49-F238E27FC236}">
                <a16:creationId xmlns:a16="http://schemas.microsoft.com/office/drawing/2014/main" id="{45F08724-97AE-6E42-D3D5-94AFC5000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24" y="2611727"/>
            <a:ext cx="945886" cy="94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14" descr="How to Use Python Requests Library">
            <a:extLst>
              <a:ext uri="{FF2B5EF4-FFF2-40B4-BE49-F238E27FC236}">
                <a16:creationId xmlns:a16="http://schemas.microsoft.com/office/drawing/2014/main" id="{0320E127-C8CD-6721-E426-9986674A56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6" t="19481" r="9369" b="23895"/>
          <a:stretch/>
        </p:blipFill>
        <p:spPr bwMode="auto">
          <a:xfrm rot="16200000">
            <a:off x="1691066" y="2718525"/>
            <a:ext cx="2470827" cy="9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paring RDS vs EC2 for PostgreSQL DB | by Kartik Rokde | Aubergine  Solutions | Medium">
            <a:extLst>
              <a:ext uri="{FF2B5EF4-FFF2-40B4-BE49-F238E27FC236}">
                <a16:creationId xmlns:a16="http://schemas.microsoft.com/office/drawing/2014/main" id="{78C5A420-FC4E-6594-6D77-A62556DD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140" y="1736974"/>
            <a:ext cx="1723124" cy="110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VPC | AWS Cheat Sheet">
            <a:extLst>
              <a:ext uri="{FF2B5EF4-FFF2-40B4-BE49-F238E27FC236}">
                <a16:creationId xmlns:a16="http://schemas.microsoft.com/office/drawing/2014/main" id="{29B586EC-E305-547F-82C8-FD554463C1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2" t="19811" r="15839" b="19562"/>
          <a:stretch/>
        </p:blipFill>
        <p:spPr bwMode="auto">
          <a:xfrm>
            <a:off x="5350463" y="6661979"/>
            <a:ext cx="1855347" cy="84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76ADC5-AF4D-B57D-6CCE-378641CCEA83}"/>
              </a:ext>
            </a:extLst>
          </p:cNvPr>
          <p:cNvSpPr txBox="1"/>
          <p:nvPr/>
        </p:nvSpPr>
        <p:spPr>
          <a:xfrm>
            <a:off x="-11877" y="-2429"/>
            <a:ext cx="296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Batch Architecture</a:t>
            </a:r>
          </a:p>
        </p:txBody>
      </p:sp>
      <p:pic>
        <p:nvPicPr>
          <p:cNvPr id="10" name="Picture 4" descr="Tableau Logo — How to Optimize it, Pick the right one, Avoid lawsuits.Need  help Finding the Tableau Logo Correctly? That's where this blog comes into  play. | by Tyler | Medium">
            <a:extLst>
              <a:ext uri="{FF2B5EF4-FFF2-40B4-BE49-F238E27FC236}">
                <a16:creationId xmlns:a16="http://schemas.microsoft.com/office/drawing/2014/main" id="{86DA00FA-6CBF-352C-6F93-FEC6F0F99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5" y="4043505"/>
            <a:ext cx="1613476" cy="6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3D5631-0478-3A15-97A0-025AC742C079}"/>
              </a:ext>
            </a:extLst>
          </p:cNvPr>
          <p:cNvSpPr txBox="1"/>
          <p:nvPr/>
        </p:nvSpPr>
        <p:spPr>
          <a:xfrm>
            <a:off x="12486115" y="873674"/>
            <a:ext cx="1342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Exploration/ML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0990545F-311B-7A3C-9827-CEB0EDD7D222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8807170" y="-199935"/>
            <a:ext cx="1791367" cy="486398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067B0E4-EB93-C887-F90F-40B38C22C708}"/>
              </a:ext>
            </a:extLst>
          </p:cNvPr>
          <p:cNvCxnSpPr>
            <a:cxnSpLocks/>
            <a:stCxn id="22" idx="3"/>
            <a:endCxn id="1029" idx="1"/>
          </p:cNvCxnSpPr>
          <p:nvPr/>
        </p:nvCxnSpPr>
        <p:spPr>
          <a:xfrm>
            <a:off x="9923531" y="3185682"/>
            <a:ext cx="431049" cy="85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125047E2-96B3-57B9-BA75-72B9A21B9462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6273808" y="3748571"/>
            <a:ext cx="5591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3" name="Picture 6" descr="API Testing Demo Site - Code with MMAK">
            <a:extLst>
              <a:ext uri="{FF2B5EF4-FFF2-40B4-BE49-F238E27FC236}">
                <a16:creationId xmlns:a16="http://schemas.microsoft.com/office/drawing/2014/main" id="{9DCB4118-1506-CD70-1938-2D2233E84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1" y="3678798"/>
            <a:ext cx="1229871" cy="99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221386A8-21DB-9855-99F2-27E0053EE1D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29048" y="3198222"/>
            <a:ext cx="3163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Csv - ícones de arquivos e pastas grátis">
            <a:extLst>
              <a:ext uri="{FF2B5EF4-FFF2-40B4-BE49-F238E27FC236}">
                <a16:creationId xmlns:a16="http://schemas.microsoft.com/office/drawing/2014/main" id="{19FF75C5-F6C5-701E-D54C-836D2D10A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02" y="1328454"/>
            <a:ext cx="945885" cy="94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What is Docker? | AWS">
            <a:extLst>
              <a:ext uri="{FF2B5EF4-FFF2-40B4-BE49-F238E27FC236}">
                <a16:creationId xmlns:a16="http://schemas.microsoft.com/office/drawing/2014/main" id="{D72A63F6-F43E-7035-D846-F4FD83B2D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5" y="5532386"/>
            <a:ext cx="1412497" cy="66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9D4C4A-C9E5-3BD3-5B3C-E6583212A71A}"/>
              </a:ext>
            </a:extLst>
          </p:cNvPr>
          <p:cNvSpPr txBox="1"/>
          <p:nvPr/>
        </p:nvSpPr>
        <p:spPr>
          <a:xfrm>
            <a:off x="-16337" y="355480"/>
            <a:ext cx="4158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</a:rPr>
              <a:t>No cost &amp; dev environment</a:t>
            </a:r>
          </a:p>
        </p:txBody>
      </p:sp>
      <p:pic>
        <p:nvPicPr>
          <p:cNvPr id="3" name="Picture 4" descr="Comparing RDS vs EC2 for PostgreSQL DB | by Kartik Rokde | Aubergine  Solutions | Medium">
            <a:extLst>
              <a:ext uri="{FF2B5EF4-FFF2-40B4-BE49-F238E27FC236}">
                <a16:creationId xmlns:a16="http://schemas.microsoft.com/office/drawing/2014/main" id="{42F735BC-EB00-1244-91B5-A12B58BB4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0161778" y="2841631"/>
            <a:ext cx="1442382" cy="92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7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VPC with an internet gateway and subnets in three Availability Zones.">
            <a:extLst>
              <a:ext uri="{FF2B5EF4-FFF2-40B4-BE49-F238E27FC236}">
                <a16:creationId xmlns:a16="http://schemas.microsoft.com/office/drawing/2014/main" id="{4C2A3FFB-CE13-5C51-8C76-BF055062A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68" y="-1"/>
            <a:ext cx="12696192" cy="757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background with green lines&#10;&#10;Description automatically generated with medium confidence">
            <a:extLst>
              <a:ext uri="{FF2B5EF4-FFF2-40B4-BE49-F238E27FC236}">
                <a16:creationId xmlns:a16="http://schemas.microsoft.com/office/drawing/2014/main" id="{382E10F6-2387-DE1A-F725-82E44E31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369" y="4426596"/>
            <a:ext cx="1787632" cy="1308802"/>
          </a:xfrm>
          <a:prstGeom prst="rect">
            <a:avLst/>
          </a:prstGeom>
        </p:spPr>
      </p:pic>
      <p:pic>
        <p:nvPicPr>
          <p:cNvPr id="7" name="Picture 6" descr="A white background with green lines&#10;&#10;Description automatically generated with medium confidence">
            <a:extLst>
              <a:ext uri="{FF2B5EF4-FFF2-40B4-BE49-F238E27FC236}">
                <a16:creationId xmlns:a16="http://schemas.microsoft.com/office/drawing/2014/main" id="{B433C1E8-F671-4128-908F-FCAD440AD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06" y="4368984"/>
            <a:ext cx="1787632" cy="1308802"/>
          </a:xfrm>
          <a:prstGeom prst="rect">
            <a:avLst/>
          </a:prstGeom>
        </p:spPr>
      </p:pic>
      <p:pic>
        <p:nvPicPr>
          <p:cNvPr id="8" name="Picture 7" descr="A white background with green lines&#10;&#10;Description automatically generated with medium confidence">
            <a:extLst>
              <a:ext uri="{FF2B5EF4-FFF2-40B4-BE49-F238E27FC236}">
                <a16:creationId xmlns:a16="http://schemas.microsoft.com/office/drawing/2014/main" id="{E727385F-80E3-718F-B15D-FF5691489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122" y="4456220"/>
            <a:ext cx="1787632" cy="1308802"/>
          </a:xfrm>
          <a:prstGeom prst="rect">
            <a:avLst/>
          </a:prstGeom>
        </p:spPr>
      </p:pic>
      <p:pic>
        <p:nvPicPr>
          <p:cNvPr id="4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99525FD9-A2B7-1EF6-594C-CA120D0A0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1" r="25024" b="5509"/>
          <a:stretch/>
        </p:blipFill>
        <p:spPr bwMode="auto">
          <a:xfrm>
            <a:off x="2172189" y="4953781"/>
            <a:ext cx="907626" cy="44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aunch Your First EC2 Instance &amp; Deploying Webpage on IIS | by Salman  Anwaar | Medium">
            <a:extLst>
              <a:ext uri="{FF2B5EF4-FFF2-40B4-BE49-F238E27FC236}">
                <a16:creationId xmlns:a16="http://schemas.microsoft.com/office/drawing/2014/main" id="{273283A6-BFBE-0997-0F3B-77F700D9B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1" r="25024" b="5509"/>
          <a:stretch/>
        </p:blipFill>
        <p:spPr bwMode="auto">
          <a:xfrm>
            <a:off x="10927122" y="4967357"/>
            <a:ext cx="907626" cy="44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omparing RDS vs EC2 for PostgreSQL DB | by Kartik Rokde | Aubergine  Solutions | Medium">
            <a:extLst>
              <a:ext uri="{FF2B5EF4-FFF2-40B4-BE49-F238E27FC236}">
                <a16:creationId xmlns:a16="http://schemas.microsoft.com/office/drawing/2014/main" id="{55A83325-8BF4-793B-A057-16B24F287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583" y="4380920"/>
            <a:ext cx="1245580" cy="7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AWS EMR">
            <a:extLst>
              <a:ext uri="{FF2B5EF4-FFF2-40B4-BE49-F238E27FC236}">
                <a16:creationId xmlns:a16="http://schemas.microsoft.com/office/drawing/2014/main" id="{1E06EBD9-EC49-413E-F502-C019E059D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491" y="4953781"/>
            <a:ext cx="971105" cy="44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Toric + Amazon Redshift | Data Integration">
            <a:extLst>
              <a:ext uri="{FF2B5EF4-FFF2-40B4-BE49-F238E27FC236}">
                <a16:creationId xmlns:a16="http://schemas.microsoft.com/office/drawing/2014/main" id="{65F55A24-0C35-ACA5-AD2A-7328E5E19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2227" r="5808" b="15369"/>
          <a:stretch/>
        </p:blipFill>
        <p:spPr bwMode="auto">
          <a:xfrm>
            <a:off x="7960190" y="5190436"/>
            <a:ext cx="1429932" cy="59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How to Create S3 Bucket and Add Object in AWS Step by Step:-">
            <a:extLst>
              <a:ext uri="{FF2B5EF4-FFF2-40B4-BE49-F238E27FC236}">
                <a16:creationId xmlns:a16="http://schemas.microsoft.com/office/drawing/2014/main" id="{6B51FB20-F1FF-16C7-8C84-9F4526ECB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1" t="14604" r="34972" b="14562"/>
          <a:stretch/>
        </p:blipFill>
        <p:spPr bwMode="auto">
          <a:xfrm>
            <a:off x="4361497" y="3951316"/>
            <a:ext cx="565644" cy="84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26A68C28-79AE-5D93-E7B9-5DD646D61BE2}"/>
              </a:ext>
            </a:extLst>
          </p:cNvPr>
          <p:cNvSpPr/>
          <p:nvPr/>
        </p:nvSpPr>
        <p:spPr>
          <a:xfrm>
            <a:off x="3101695" y="4645473"/>
            <a:ext cx="310076" cy="108992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79F40-4480-41CA-3BF0-2E988166AB84}"/>
              </a:ext>
            </a:extLst>
          </p:cNvPr>
          <p:cNvSpPr txBox="1"/>
          <p:nvPr/>
        </p:nvSpPr>
        <p:spPr>
          <a:xfrm>
            <a:off x="3241187" y="4746131"/>
            <a:ext cx="1984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Ingestion Layer</a:t>
            </a:r>
          </a:p>
          <a:p>
            <a:endParaRPr lang="en-GB" sz="1600" dirty="0"/>
          </a:p>
          <a:p>
            <a:r>
              <a:rPr lang="en-GB" sz="1600" dirty="0"/>
              <a:t>Orchestration Layer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283D5CF-671A-2610-8727-A6999F28FC4B}"/>
              </a:ext>
            </a:extLst>
          </p:cNvPr>
          <p:cNvSpPr/>
          <p:nvPr/>
        </p:nvSpPr>
        <p:spPr>
          <a:xfrm>
            <a:off x="11849764" y="4645472"/>
            <a:ext cx="310076" cy="108992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014B64-D05B-EFA8-825B-AB98012665E1}"/>
              </a:ext>
            </a:extLst>
          </p:cNvPr>
          <p:cNvSpPr txBox="1"/>
          <p:nvPr/>
        </p:nvSpPr>
        <p:spPr>
          <a:xfrm>
            <a:off x="12073440" y="5016175"/>
            <a:ext cx="1744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Serving Layer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E4447B59-8989-DABA-15F5-0F1E449161B3}"/>
              </a:ext>
            </a:extLst>
          </p:cNvPr>
          <p:cNvSpPr/>
          <p:nvPr/>
        </p:nvSpPr>
        <p:spPr>
          <a:xfrm rot="16200000">
            <a:off x="7814065" y="4571906"/>
            <a:ext cx="310076" cy="3115339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E84E42-4960-F409-A18D-D08B84694326}"/>
              </a:ext>
            </a:extLst>
          </p:cNvPr>
          <p:cNvSpPr txBox="1"/>
          <p:nvPr/>
        </p:nvSpPr>
        <p:spPr>
          <a:xfrm>
            <a:off x="7333694" y="6252723"/>
            <a:ext cx="1520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Storing Layer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A1B6D0-3F08-11F4-5FD9-C3BBA752E5C2}"/>
              </a:ext>
            </a:extLst>
          </p:cNvPr>
          <p:cNvSpPr txBox="1"/>
          <p:nvPr/>
        </p:nvSpPr>
        <p:spPr>
          <a:xfrm>
            <a:off x="137552" y="276446"/>
            <a:ext cx="4965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rgbClr val="16191F"/>
                </a:solidFill>
                <a:effectLst/>
                <a:highlight>
                  <a:srgbClr val="FFFFFF"/>
                </a:highlight>
                <a:latin typeface="Amazon Ember"/>
              </a:rPr>
              <a:t>Amazon Virtual Private Cloud (Amazon VPC)</a:t>
            </a:r>
            <a:endParaRPr lang="en-GB" sz="2000" b="1" dirty="0"/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279C7C56-96A7-BD18-1C9C-D4D842B188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0423" y="156746"/>
            <a:ext cx="2133018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2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A18A0B-619B-A6FC-CCDF-DB1FDA4CB7AF}"/>
              </a:ext>
            </a:extLst>
          </p:cNvPr>
          <p:cNvSpPr/>
          <p:nvPr/>
        </p:nvSpPr>
        <p:spPr>
          <a:xfrm>
            <a:off x="69151" y="1205731"/>
            <a:ext cx="1428624" cy="398497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1573197-1850-662D-21C3-330F58487302}"/>
              </a:ext>
            </a:extLst>
          </p:cNvPr>
          <p:cNvSpPr/>
          <p:nvPr/>
        </p:nvSpPr>
        <p:spPr>
          <a:xfrm>
            <a:off x="1730273" y="1205732"/>
            <a:ext cx="2795809" cy="39849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76A56-EFED-DC5B-8901-F0D32D0CFFFE}"/>
              </a:ext>
            </a:extLst>
          </p:cNvPr>
          <p:cNvSpPr txBox="1"/>
          <p:nvPr/>
        </p:nvSpPr>
        <p:spPr>
          <a:xfrm>
            <a:off x="2257498" y="874882"/>
            <a:ext cx="171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Ingestion Layer</a:t>
            </a:r>
            <a:endParaRPr lang="en-GB" sz="1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B49BA9-A798-74CD-0296-66447BBF7CF7}"/>
              </a:ext>
            </a:extLst>
          </p:cNvPr>
          <p:cNvSpPr txBox="1"/>
          <p:nvPr/>
        </p:nvSpPr>
        <p:spPr>
          <a:xfrm>
            <a:off x="188781" y="866498"/>
            <a:ext cx="154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Data Sources</a:t>
            </a:r>
          </a:p>
        </p:txBody>
      </p:sp>
      <p:pic>
        <p:nvPicPr>
          <p:cNvPr id="32" name="Picture 2" descr="Csv - ícones de arquivos e pastas grátis">
            <a:extLst>
              <a:ext uri="{FF2B5EF4-FFF2-40B4-BE49-F238E27FC236}">
                <a16:creationId xmlns:a16="http://schemas.microsoft.com/office/drawing/2014/main" id="{D6251C0B-CCC8-7D76-F97E-DD8356CBE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487" y="1339215"/>
            <a:ext cx="792990" cy="79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Xml Generic Outline Color icon">
            <a:extLst>
              <a:ext uri="{FF2B5EF4-FFF2-40B4-BE49-F238E27FC236}">
                <a16:creationId xmlns:a16="http://schemas.microsoft.com/office/drawing/2014/main" id="{BC4B4ED9-8238-77E9-9BC3-B75E05FAD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38" y="2123772"/>
            <a:ext cx="945886" cy="94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4" descr="How to Use Python Requests Library">
            <a:extLst>
              <a:ext uri="{FF2B5EF4-FFF2-40B4-BE49-F238E27FC236}">
                <a16:creationId xmlns:a16="http://schemas.microsoft.com/office/drawing/2014/main" id="{EC9E1D67-91AD-1458-C72A-96F47D65D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6" t="19481" r="9369" b="23895"/>
          <a:stretch/>
        </p:blipFill>
        <p:spPr bwMode="auto">
          <a:xfrm rot="16200000">
            <a:off x="1383897" y="2797187"/>
            <a:ext cx="2078093" cy="80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1CB02CE-CE01-88FC-36A7-34FFC4FAFCF8}"/>
              </a:ext>
            </a:extLst>
          </p:cNvPr>
          <p:cNvCxnSpPr>
            <a:cxnSpLocks/>
            <a:stCxn id="34" idx="3"/>
            <a:endCxn id="32" idx="1"/>
          </p:cNvCxnSpPr>
          <p:nvPr/>
        </p:nvCxnSpPr>
        <p:spPr>
          <a:xfrm rot="5400000" flipH="1" flipV="1">
            <a:off x="2701984" y="1456671"/>
            <a:ext cx="423463" cy="98154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6" descr="API Testing Demo Site - Code with MMAK">
            <a:extLst>
              <a:ext uri="{FF2B5EF4-FFF2-40B4-BE49-F238E27FC236}">
                <a16:creationId xmlns:a16="http://schemas.microsoft.com/office/drawing/2014/main" id="{4518F8C3-3487-D7C7-6F05-77767E3D4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8" y="3678797"/>
            <a:ext cx="1229871" cy="99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9D20EA-ABC1-E973-2A6D-6557E76C97AD}"/>
              </a:ext>
            </a:extLst>
          </p:cNvPr>
          <p:cNvCxnSpPr>
            <a:cxnSpLocks/>
            <a:stCxn id="26" idx="3"/>
            <a:endCxn id="34" idx="0"/>
          </p:cNvCxnSpPr>
          <p:nvPr/>
        </p:nvCxnSpPr>
        <p:spPr>
          <a:xfrm flipV="1">
            <a:off x="1497775" y="3198219"/>
            <a:ext cx="524137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5758703-437D-DC81-3C68-357334A54E09}"/>
              </a:ext>
            </a:extLst>
          </p:cNvPr>
          <p:cNvSpPr/>
          <p:nvPr/>
        </p:nvSpPr>
        <p:spPr>
          <a:xfrm>
            <a:off x="12010639" y="360492"/>
            <a:ext cx="2250949" cy="50567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F0DF30-E0BA-0FF2-77D5-8CC37926EBBF}"/>
              </a:ext>
            </a:extLst>
          </p:cNvPr>
          <p:cNvSpPr/>
          <p:nvPr/>
        </p:nvSpPr>
        <p:spPr>
          <a:xfrm>
            <a:off x="283369" y="6318000"/>
            <a:ext cx="13978219" cy="1218976"/>
          </a:xfrm>
          <a:prstGeom prst="round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1B975F8C-227F-B101-5D78-2A5C13CAF2BB}"/>
              </a:ext>
            </a:extLst>
          </p:cNvPr>
          <p:cNvSpPr/>
          <p:nvPr/>
        </p:nvSpPr>
        <p:spPr>
          <a:xfrm>
            <a:off x="4693515" y="33338"/>
            <a:ext cx="7134659" cy="5399764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AB8827-4A1A-7B62-FD2A-CFD3C9A49E20}"/>
              </a:ext>
            </a:extLst>
          </p:cNvPr>
          <p:cNvSpPr/>
          <p:nvPr/>
        </p:nvSpPr>
        <p:spPr>
          <a:xfrm>
            <a:off x="7101363" y="3117941"/>
            <a:ext cx="875899" cy="124165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Silver Layer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C7DA3B5-B9E9-A3A3-8E89-95E843A22194}"/>
              </a:ext>
            </a:extLst>
          </p:cNvPr>
          <p:cNvSpPr/>
          <p:nvPr/>
        </p:nvSpPr>
        <p:spPr>
          <a:xfrm>
            <a:off x="8147157" y="3117939"/>
            <a:ext cx="875899" cy="1241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Gold Layer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6B3CD8D-9A8B-B61C-8E30-A76A461FC3CD}"/>
              </a:ext>
            </a:extLst>
          </p:cNvPr>
          <p:cNvSpPr/>
          <p:nvPr/>
        </p:nvSpPr>
        <p:spPr>
          <a:xfrm>
            <a:off x="6056625" y="3117942"/>
            <a:ext cx="875899" cy="12416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Bronze layer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1145E5-3258-CA60-57A8-31DD132A2ECA}"/>
              </a:ext>
            </a:extLst>
          </p:cNvPr>
          <p:cNvSpPr txBox="1"/>
          <p:nvPr/>
        </p:nvSpPr>
        <p:spPr>
          <a:xfrm>
            <a:off x="188781" y="866498"/>
            <a:ext cx="154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Data Sources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ECCCF6D-4CE7-F860-35C3-F54D82C4C35E}"/>
              </a:ext>
            </a:extLst>
          </p:cNvPr>
          <p:cNvSpPr/>
          <p:nvPr/>
        </p:nvSpPr>
        <p:spPr>
          <a:xfrm>
            <a:off x="5140162" y="1445639"/>
            <a:ext cx="4309755" cy="369268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72DB308E-024F-C84D-B5F0-C1E10E948C08}"/>
              </a:ext>
            </a:extLst>
          </p:cNvPr>
          <p:cNvCxnSpPr>
            <a:cxnSpLocks/>
            <a:stCxn id="16" idx="2"/>
            <a:endCxn id="13" idx="2"/>
          </p:cNvCxnSpPr>
          <p:nvPr/>
        </p:nvCxnSpPr>
        <p:spPr>
          <a:xfrm rot="5400000" flipH="1" flipV="1">
            <a:off x="7016944" y="3837227"/>
            <a:ext cx="1" cy="1044738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21D1F3AC-ECDD-4338-12E4-8C77914D51B2}"/>
              </a:ext>
            </a:extLst>
          </p:cNvPr>
          <p:cNvCxnSpPr>
            <a:cxnSpLocks/>
            <a:stCxn id="13" idx="2"/>
            <a:endCxn id="15" idx="2"/>
          </p:cNvCxnSpPr>
          <p:nvPr/>
        </p:nvCxnSpPr>
        <p:spPr>
          <a:xfrm rot="5400000" flipH="1" flipV="1">
            <a:off x="8062209" y="3836702"/>
            <a:ext cx="2" cy="1045794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B8C5F34-452B-759D-9BA9-4ED3A137354C}"/>
              </a:ext>
            </a:extLst>
          </p:cNvPr>
          <p:cNvSpPr/>
          <p:nvPr/>
        </p:nvSpPr>
        <p:spPr>
          <a:xfrm>
            <a:off x="5520349" y="360492"/>
            <a:ext cx="1050862" cy="65507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74417A-6966-3C8E-7BE3-4BAD31A13FC2}"/>
              </a:ext>
            </a:extLst>
          </p:cNvPr>
          <p:cNvSpPr txBox="1"/>
          <p:nvPr/>
        </p:nvSpPr>
        <p:spPr>
          <a:xfrm>
            <a:off x="7667311" y="6344"/>
            <a:ext cx="159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Storage Layer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6F4854-0BF4-2F8E-09D1-6EAF08FCB6F3}"/>
              </a:ext>
            </a:extLst>
          </p:cNvPr>
          <p:cNvSpPr txBox="1"/>
          <p:nvPr/>
        </p:nvSpPr>
        <p:spPr>
          <a:xfrm>
            <a:off x="12474532" y="10593"/>
            <a:ext cx="1447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Serving Layer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48A1B1DE-E45E-E4D9-1C1D-DCD1EF357431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4228622" y="3291984"/>
            <a:ext cx="911540" cy="211972"/>
          </a:xfrm>
          <a:prstGeom prst="bentConnector3">
            <a:avLst>
              <a:gd name="adj1" fmla="val 4228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5" name="Picture 10" descr="Apache Spark - Wikipedia">
            <a:extLst>
              <a:ext uri="{FF2B5EF4-FFF2-40B4-BE49-F238E27FC236}">
                <a16:creationId xmlns:a16="http://schemas.microsoft.com/office/drawing/2014/main" id="{E90F61FB-C8D6-B59B-01D9-30513FE77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683" y="4633404"/>
            <a:ext cx="883101" cy="45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0A0FDDA2-4F1F-C8D7-5EBC-96EC45919039}"/>
              </a:ext>
            </a:extLst>
          </p:cNvPr>
          <p:cNvSpPr/>
          <p:nvPr/>
        </p:nvSpPr>
        <p:spPr>
          <a:xfrm>
            <a:off x="10157072" y="2000983"/>
            <a:ext cx="1206209" cy="25916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6C62DD6-836D-BDD0-F7AA-C4D3025E64F2}"/>
              </a:ext>
            </a:extLst>
          </p:cNvPr>
          <p:cNvSpPr txBox="1"/>
          <p:nvPr/>
        </p:nvSpPr>
        <p:spPr>
          <a:xfrm>
            <a:off x="10263880" y="2006631"/>
            <a:ext cx="1140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Data Warehouse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06108291-CC42-FE4A-9F2F-1C8D3A55274D}"/>
              </a:ext>
            </a:extLst>
          </p:cNvPr>
          <p:cNvSpPr txBox="1"/>
          <p:nvPr/>
        </p:nvSpPr>
        <p:spPr>
          <a:xfrm>
            <a:off x="6549051" y="395964"/>
            <a:ext cx="1597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Raw Storage/Backup</a:t>
            </a:r>
          </a:p>
        </p:txBody>
      </p:sp>
      <p:cxnSp>
        <p:nvCxnSpPr>
          <p:cNvPr id="1092" name="Elbow Connector 1091">
            <a:extLst>
              <a:ext uri="{FF2B5EF4-FFF2-40B4-BE49-F238E27FC236}">
                <a16:creationId xmlns:a16="http://schemas.microsoft.com/office/drawing/2014/main" id="{96B34F4C-A42A-927D-B628-F4266061B48D}"/>
              </a:ext>
            </a:extLst>
          </p:cNvPr>
          <p:cNvCxnSpPr>
            <a:cxnSpLocks/>
            <a:stCxn id="1029" idx="3"/>
            <a:endCxn id="18" idx="1"/>
          </p:cNvCxnSpPr>
          <p:nvPr/>
        </p:nvCxnSpPr>
        <p:spPr>
          <a:xfrm>
            <a:off x="11363281" y="3296796"/>
            <a:ext cx="991124" cy="1049714"/>
          </a:xfrm>
          <a:prstGeom prst="bentConnector3">
            <a:avLst>
              <a:gd name="adj1" fmla="val 278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E9490E5E-7C42-457D-BE24-CC2373271996}"/>
              </a:ext>
            </a:extLst>
          </p:cNvPr>
          <p:cNvSpPr txBox="1"/>
          <p:nvPr/>
        </p:nvSpPr>
        <p:spPr>
          <a:xfrm>
            <a:off x="4328629" y="6263064"/>
            <a:ext cx="129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Security</a:t>
            </a:r>
          </a:p>
        </p:txBody>
      </p:sp>
      <p:sp>
        <p:nvSpPr>
          <p:cNvPr id="1103" name="Right Brace 1102">
            <a:extLst>
              <a:ext uri="{FF2B5EF4-FFF2-40B4-BE49-F238E27FC236}">
                <a16:creationId xmlns:a16="http://schemas.microsoft.com/office/drawing/2014/main" id="{2E2BEE57-DDEC-A113-0AA9-1B2E630AB1F9}"/>
              </a:ext>
            </a:extLst>
          </p:cNvPr>
          <p:cNvSpPr/>
          <p:nvPr/>
        </p:nvSpPr>
        <p:spPr>
          <a:xfrm rot="16200000">
            <a:off x="4672330" y="4055149"/>
            <a:ext cx="253352" cy="5132334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B626C048-7A04-054E-743F-B82BD51D606D}"/>
              </a:ext>
            </a:extLst>
          </p:cNvPr>
          <p:cNvSpPr txBox="1"/>
          <p:nvPr/>
        </p:nvSpPr>
        <p:spPr>
          <a:xfrm>
            <a:off x="8795213" y="6300098"/>
            <a:ext cx="1065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Monitoring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24F571B4-397E-8C47-4B01-2B78F298C66A}"/>
              </a:ext>
            </a:extLst>
          </p:cNvPr>
          <p:cNvSpPr txBox="1"/>
          <p:nvPr/>
        </p:nvSpPr>
        <p:spPr>
          <a:xfrm>
            <a:off x="11706817" y="6328545"/>
            <a:ext cx="1142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Ops control</a:t>
            </a: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16359787-DD3E-4213-4BA4-1E4CEF1D63A2}"/>
              </a:ext>
            </a:extLst>
          </p:cNvPr>
          <p:cNvSpPr/>
          <p:nvPr/>
        </p:nvSpPr>
        <p:spPr>
          <a:xfrm>
            <a:off x="283369" y="5481329"/>
            <a:ext cx="10086357" cy="7875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11" name="Picture 40" descr="Apache Airflow - Wikipedia">
            <a:extLst>
              <a:ext uri="{FF2B5EF4-FFF2-40B4-BE49-F238E27FC236}">
                <a16:creationId xmlns:a16="http://schemas.microsoft.com/office/drawing/2014/main" id="{CE53DD33-6355-9CBE-A26B-3873C0E2A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05" y="5553038"/>
            <a:ext cx="1695569" cy="65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6ABEE892-6669-C4CE-7DEE-A65B6381E24D}"/>
              </a:ext>
            </a:extLst>
          </p:cNvPr>
          <p:cNvSpPr txBox="1"/>
          <p:nvPr/>
        </p:nvSpPr>
        <p:spPr>
          <a:xfrm>
            <a:off x="1908345" y="5705034"/>
            <a:ext cx="161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Orchestration</a:t>
            </a:r>
            <a:endParaRPr lang="en-GB" sz="1400" b="1" dirty="0"/>
          </a:p>
        </p:txBody>
      </p:sp>
      <p:pic>
        <p:nvPicPr>
          <p:cNvPr id="3" name="Picture 4" descr="Prod-Ready Airbyte Sync - Brainsteam">
            <a:extLst>
              <a:ext uri="{FF2B5EF4-FFF2-40B4-BE49-F238E27FC236}">
                <a16:creationId xmlns:a16="http://schemas.microsoft.com/office/drawing/2014/main" id="{A5D454F9-7CF4-EB81-84C7-53AE7055C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851" y="3211519"/>
            <a:ext cx="1052771" cy="58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ow to Create S3 Bucket and Add Object in AWS Step by Step:-">
            <a:extLst>
              <a:ext uri="{FF2B5EF4-FFF2-40B4-BE49-F238E27FC236}">
                <a16:creationId xmlns:a16="http://schemas.microsoft.com/office/drawing/2014/main" id="{19EC40ED-FC5D-523D-CA3F-04EA08512E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1" t="14604" r="34972" b="14562"/>
          <a:stretch/>
        </p:blipFill>
        <p:spPr bwMode="auto">
          <a:xfrm>
            <a:off x="5832311" y="373391"/>
            <a:ext cx="420002" cy="62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Hadoop Distributed File System (HDFS) - Architecture, Working and Benefits">
            <a:extLst>
              <a:ext uri="{FF2B5EF4-FFF2-40B4-BE49-F238E27FC236}">
                <a16:creationId xmlns:a16="http://schemas.microsoft.com/office/drawing/2014/main" id="{52140312-4032-8536-68F2-B767117FC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855" y="2351597"/>
            <a:ext cx="1303032" cy="61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1BA40344-A8B8-7359-49D8-A60D956BD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6" r="25918"/>
          <a:stretch/>
        </p:blipFill>
        <p:spPr bwMode="auto">
          <a:xfrm>
            <a:off x="12204286" y="1483415"/>
            <a:ext cx="649839" cy="74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ikit-learn - Wikipedia">
            <a:extLst>
              <a:ext uri="{FF2B5EF4-FFF2-40B4-BE49-F238E27FC236}">
                <a16:creationId xmlns:a16="http://schemas.microsoft.com/office/drawing/2014/main" id="{201C15D1-857E-01D2-C279-483B74099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671" y="1480069"/>
            <a:ext cx="1153593" cy="62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Toric + Amazon Redshift | Data Integration">
            <a:extLst>
              <a:ext uri="{FF2B5EF4-FFF2-40B4-BE49-F238E27FC236}">
                <a16:creationId xmlns:a16="http://schemas.microsoft.com/office/drawing/2014/main" id="{3596BEDD-3397-6536-FCAD-08A5D8936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2227" r="5808" b="15369"/>
          <a:stretch/>
        </p:blipFill>
        <p:spPr bwMode="auto">
          <a:xfrm rot="16200000">
            <a:off x="9878396" y="3112435"/>
            <a:ext cx="1874164" cy="77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B3DF38-183C-AF3D-1392-3C93F85F9063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5526046" y="3208189"/>
            <a:ext cx="856885" cy="20427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529786CC-F29A-B4C8-95F7-F84581285178}"/>
              </a:ext>
            </a:extLst>
          </p:cNvPr>
          <p:cNvSpPr/>
          <p:nvPr/>
        </p:nvSpPr>
        <p:spPr>
          <a:xfrm rot="16200000">
            <a:off x="7927295" y="2006005"/>
            <a:ext cx="299106" cy="1950320"/>
          </a:xfrm>
          <a:prstGeom prst="rightBrace">
            <a:avLst>
              <a:gd name="adj1" fmla="val 88243"/>
              <a:gd name="adj2" fmla="val 4945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16699-BB8E-AD99-4438-5C27CD265C58}"/>
              </a:ext>
            </a:extLst>
          </p:cNvPr>
          <p:cNvSpPr txBox="1"/>
          <p:nvPr/>
        </p:nvSpPr>
        <p:spPr>
          <a:xfrm>
            <a:off x="7766796" y="1430095"/>
            <a:ext cx="722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OLTP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690B98-9F0A-3C8A-7F02-EC74EE6D0B9F}"/>
              </a:ext>
            </a:extLst>
          </p:cNvPr>
          <p:cNvSpPr txBox="1"/>
          <p:nvPr/>
        </p:nvSpPr>
        <p:spPr>
          <a:xfrm>
            <a:off x="12182077" y="3485775"/>
            <a:ext cx="203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Analytics/Visualization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4C3427-A3D3-210C-4E23-B01DE6791BA1}"/>
              </a:ext>
            </a:extLst>
          </p:cNvPr>
          <p:cNvSpPr txBox="1"/>
          <p:nvPr/>
        </p:nvSpPr>
        <p:spPr>
          <a:xfrm>
            <a:off x="12530957" y="1006501"/>
            <a:ext cx="1372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Exploration/ML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AEB9B63-E4CE-4C8C-8C8E-603E9894E4B2}"/>
              </a:ext>
            </a:extLst>
          </p:cNvPr>
          <p:cNvSpPr/>
          <p:nvPr/>
        </p:nvSpPr>
        <p:spPr>
          <a:xfrm>
            <a:off x="12121907" y="3351175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BB3D209-BABD-14F8-E910-A340CA665B3C}"/>
              </a:ext>
            </a:extLst>
          </p:cNvPr>
          <p:cNvSpPr/>
          <p:nvPr/>
        </p:nvSpPr>
        <p:spPr>
          <a:xfrm>
            <a:off x="12143448" y="943696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2" descr="What is Docker? | AWS">
            <a:extLst>
              <a:ext uri="{FF2B5EF4-FFF2-40B4-BE49-F238E27FC236}">
                <a16:creationId xmlns:a16="http://schemas.microsoft.com/office/drawing/2014/main" id="{E70F3876-1ACB-B684-D90B-736E493C3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372" y="3796392"/>
            <a:ext cx="1215331" cy="57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What is Docker? | AWS">
            <a:extLst>
              <a:ext uri="{FF2B5EF4-FFF2-40B4-BE49-F238E27FC236}">
                <a16:creationId xmlns:a16="http://schemas.microsoft.com/office/drawing/2014/main" id="{5572D30F-0E4D-7A76-F022-64639D63A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9" r="26141"/>
          <a:stretch/>
        </p:blipFill>
        <p:spPr bwMode="auto">
          <a:xfrm>
            <a:off x="420154" y="5563003"/>
            <a:ext cx="599759" cy="57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70E7812E-458D-2D37-BECD-BEF32CB7E78E}"/>
              </a:ext>
            </a:extLst>
          </p:cNvPr>
          <p:cNvCxnSpPr>
            <a:cxnSpLocks/>
            <a:stCxn id="22" idx="3"/>
            <a:endCxn id="1029" idx="1"/>
          </p:cNvCxnSpPr>
          <p:nvPr/>
        </p:nvCxnSpPr>
        <p:spPr>
          <a:xfrm>
            <a:off x="9449917" y="3291984"/>
            <a:ext cx="707155" cy="48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4" name="Picture 4" descr="Get to Know AWS Identity and Access Management | Salesforce Trailhead">
            <a:extLst>
              <a:ext uri="{FF2B5EF4-FFF2-40B4-BE49-F238E27FC236}">
                <a16:creationId xmlns:a16="http://schemas.microsoft.com/office/drawing/2014/main" id="{056B4383-F0FD-08D1-DB83-CF37A0F3B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639" y="6664522"/>
            <a:ext cx="693286" cy="8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6" descr="AWS – Key Management Service aka AWS – KMS">
            <a:extLst>
              <a:ext uri="{FF2B5EF4-FFF2-40B4-BE49-F238E27FC236}">
                <a16:creationId xmlns:a16="http://schemas.microsoft.com/office/drawing/2014/main" id="{520CD49A-31D6-5BA4-5D19-65B06ED02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40" y="6682790"/>
            <a:ext cx="1061899" cy="81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8" descr="Amazon cloudwatch logo - Ícones Social media e Logos">
            <a:extLst>
              <a:ext uri="{FF2B5EF4-FFF2-40B4-BE49-F238E27FC236}">
                <a16:creationId xmlns:a16="http://schemas.microsoft.com/office/drawing/2014/main" id="{A009164F-07B3-0AD7-666F-A4D4FA05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150" y="6644886"/>
            <a:ext cx="1749166" cy="87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10" descr="Saving time and effort with AWS OpsWorks, definition and alternatives - R&amp;D  Solutions">
            <a:extLst>
              <a:ext uri="{FF2B5EF4-FFF2-40B4-BE49-F238E27FC236}">
                <a16:creationId xmlns:a16="http://schemas.microsoft.com/office/drawing/2014/main" id="{88871C1D-3100-674F-717F-67FD7B35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61" y="6652943"/>
            <a:ext cx="2167563" cy="78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paring RDS vs EC2 for PostgreSQL DB | by Kartik Rokde | Aubergine  Solutions | Medium">
            <a:extLst>
              <a:ext uri="{FF2B5EF4-FFF2-40B4-BE49-F238E27FC236}">
                <a16:creationId xmlns:a16="http://schemas.microsoft.com/office/drawing/2014/main" id="{B1DF5D95-3A4E-8F0D-2733-9AE664BC7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855" y="1727175"/>
            <a:ext cx="1723124" cy="110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VPC | AWS Cheat Sheet">
            <a:extLst>
              <a:ext uri="{FF2B5EF4-FFF2-40B4-BE49-F238E27FC236}">
                <a16:creationId xmlns:a16="http://schemas.microsoft.com/office/drawing/2014/main" id="{3913511A-748D-4A91-DCD1-26A97124A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2" t="19811" r="15839" b="19562"/>
          <a:stretch/>
        </p:blipFill>
        <p:spPr bwMode="auto">
          <a:xfrm>
            <a:off x="5350463" y="6661979"/>
            <a:ext cx="1855347" cy="84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3EB681-7C61-5156-C66A-0D10ABBC78BE}"/>
              </a:ext>
            </a:extLst>
          </p:cNvPr>
          <p:cNvSpPr txBox="1"/>
          <p:nvPr/>
        </p:nvSpPr>
        <p:spPr>
          <a:xfrm>
            <a:off x="-11877" y="-2429"/>
            <a:ext cx="296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Batch Architecture</a:t>
            </a:r>
          </a:p>
        </p:txBody>
      </p:sp>
      <p:pic>
        <p:nvPicPr>
          <p:cNvPr id="18" name="Picture 4" descr="Tableau Logo — How to Optimize it, Pick the right one, Avoid lawsuits.Need  help Finding the Tableau Logo Correctly? That's where this blog comes into  play. | by Tyler | Medium">
            <a:extLst>
              <a:ext uri="{FF2B5EF4-FFF2-40B4-BE49-F238E27FC236}">
                <a16:creationId xmlns:a16="http://schemas.microsoft.com/office/drawing/2014/main" id="{52309C47-1E8C-4E55-05D4-9DAD86884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5" y="4043505"/>
            <a:ext cx="1613476" cy="6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inux: how to show all users crontab - List all cronjobs - ☩ Walking in  Light with Christ - Faith, Computing, Diary">
            <a:extLst>
              <a:ext uri="{FF2B5EF4-FFF2-40B4-BE49-F238E27FC236}">
                <a16:creationId xmlns:a16="http://schemas.microsoft.com/office/drawing/2014/main" id="{2F8CC0C9-CDC4-49AB-5702-3A16E55C9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056" y="5442235"/>
            <a:ext cx="766302" cy="78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9130517-32EE-9E1A-6A83-7EC9E5CD518F}"/>
              </a:ext>
            </a:extLst>
          </p:cNvPr>
          <p:cNvSpPr txBox="1"/>
          <p:nvPr/>
        </p:nvSpPr>
        <p:spPr>
          <a:xfrm>
            <a:off x="7836091" y="5528267"/>
            <a:ext cx="1616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Dev  Alternative:</a:t>
            </a:r>
            <a:endParaRPr lang="en-GB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C45AF-D7F1-A8E7-970F-AE72AF065B7C}"/>
              </a:ext>
            </a:extLst>
          </p:cNvPr>
          <p:cNvSpPr txBox="1"/>
          <p:nvPr/>
        </p:nvSpPr>
        <p:spPr>
          <a:xfrm>
            <a:off x="3993932" y="5497660"/>
            <a:ext cx="91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Prod tool:</a:t>
            </a:r>
            <a:endParaRPr lang="en-GB" sz="1100" b="1" dirty="0"/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6BACD92-74FE-1DA0-6B45-B373389A726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71813" y="-532152"/>
            <a:ext cx="1672856" cy="562733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F8F4762-FE9B-B4A8-845E-65B1DFB9576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35073" y="153940"/>
            <a:ext cx="651184" cy="171936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73E0C70-2F29-AB00-3A61-B9D01101432C}"/>
              </a:ext>
            </a:extLst>
          </p:cNvPr>
          <p:cNvSpPr txBox="1"/>
          <p:nvPr/>
        </p:nvSpPr>
        <p:spPr>
          <a:xfrm>
            <a:off x="3812317" y="432875"/>
            <a:ext cx="932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CSV/JSON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EADE1E7-A32C-4CB4-C25E-23D86A013F71}"/>
              </a:ext>
            </a:extLst>
          </p:cNvPr>
          <p:cNvCxnSpPr>
            <a:cxnSpLocks/>
            <a:stCxn id="38" idx="2"/>
            <a:endCxn id="3" idx="0"/>
          </p:cNvCxnSpPr>
          <p:nvPr/>
        </p:nvCxnSpPr>
        <p:spPr>
          <a:xfrm rot="5400000">
            <a:off x="3776035" y="941773"/>
            <a:ext cx="2195949" cy="2343543"/>
          </a:xfrm>
          <a:prstGeom prst="bentConnector3">
            <a:avLst>
              <a:gd name="adj1" fmla="val 5480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53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96608" cy="75787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96608" cy="75787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162587" cy="7578724"/>
            <a:chOff x="651279" y="598259"/>
            <a:chExt cx="10889442" cy="5680742"/>
          </a:xfrm>
        </p:grpSpPr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00" y="0"/>
            <a:ext cx="14396610" cy="7578725"/>
            <a:chOff x="0" y="0"/>
            <a:chExt cx="12188952" cy="68580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D9BBDE-3497-7EBF-E93D-1D3D923F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14" y="929656"/>
            <a:ext cx="6058672" cy="5901302"/>
          </a:xfrm>
        </p:spPr>
        <p:txBody>
          <a:bodyPr anchor="ctr">
            <a:normAutofit/>
          </a:bodyPr>
          <a:lstStyle/>
          <a:p>
            <a:pPr algn="ctr"/>
            <a:r>
              <a:rPr lang="en-US" sz="5500" dirty="0">
                <a:solidFill>
                  <a:schemeClr val="bg1"/>
                </a:solidFill>
              </a:rPr>
              <a:t>Pós-</a:t>
            </a:r>
            <a:r>
              <a:rPr lang="en-US" sz="5500" err="1">
                <a:solidFill>
                  <a:schemeClr val="bg1"/>
                </a:solidFill>
              </a:rPr>
              <a:t>graduação</a:t>
            </a:r>
            <a:r>
              <a:rPr lang="en-US" sz="5500" dirty="0">
                <a:solidFill>
                  <a:schemeClr val="bg1"/>
                </a:solidFill>
              </a:rPr>
              <a:t>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Big Data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&amp;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Decision Making</a:t>
            </a:r>
            <a:br>
              <a:rPr lang="en-US" sz="5500" dirty="0"/>
            </a:br>
            <a:r>
              <a:rPr lang="en-US" sz="5500" dirty="0">
                <a:solidFill>
                  <a:schemeClr val="bg1"/>
                </a:solidFill>
              </a:rPr>
              <a:t> 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23/24</a:t>
            </a:r>
            <a:endParaRPr lang="en-US" sz="55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CB98-02B5-F4C7-F4BF-85E7230E9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619" y="153521"/>
            <a:ext cx="6734512" cy="72823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tx2"/>
                </a:solidFill>
              </a:rPr>
              <a:t>Renewable Data Rangers</a:t>
            </a:r>
          </a:p>
          <a:p>
            <a:pPr marL="0" indent="0" algn="ctr">
              <a:buNone/>
            </a:pPr>
            <a:endParaRPr lang="en-US" sz="36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4800">
                <a:solidFill>
                  <a:schemeClr val="tx2"/>
                </a:solidFill>
              </a:rPr>
              <a:t>"O produto somos nós!"</a:t>
            </a:r>
          </a:p>
          <a:p>
            <a:pPr marL="0" indent="0" algn="ctr">
              <a:buNone/>
            </a:pPr>
            <a:endParaRPr lang="en-US" sz="24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https://rdatarangers.blogspot.com/ </a:t>
            </a:r>
            <a:endParaRPr lang="en-US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https://github.com/Tiago-B-C-Reis/RenewableDataRangers/tree/main?tab=readme-ov-file</a:t>
            </a:r>
            <a:endParaRPr lang="en-US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Obrigado</a:t>
            </a:r>
          </a:p>
        </p:txBody>
      </p:sp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C76D7782-46EE-83F3-ED0B-39D2A8F34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423" y="156746"/>
            <a:ext cx="2133018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17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3669-E4A1-FC8C-101C-4E4F10EF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SP-500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8588-7CE1-FB97-D08C-6A7240049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35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2CA0D-52AC-ACFF-7D1D-D3B976D7A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Rounded Rectangle 1064">
            <a:extLst>
              <a:ext uri="{FF2B5EF4-FFF2-40B4-BE49-F238E27FC236}">
                <a16:creationId xmlns:a16="http://schemas.microsoft.com/office/drawing/2014/main" id="{40C8BDED-1368-8F2B-FF53-4714C1F3EF5A}"/>
              </a:ext>
            </a:extLst>
          </p:cNvPr>
          <p:cNvSpPr/>
          <p:nvPr/>
        </p:nvSpPr>
        <p:spPr>
          <a:xfrm>
            <a:off x="3465554" y="5457969"/>
            <a:ext cx="3244204" cy="7875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94A9771-3860-C04F-9DBA-F17774362EC5}"/>
              </a:ext>
            </a:extLst>
          </p:cNvPr>
          <p:cNvSpPr/>
          <p:nvPr/>
        </p:nvSpPr>
        <p:spPr>
          <a:xfrm>
            <a:off x="69151" y="1205731"/>
            <a:ext cx="1428624" cy="398497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50CF7BA-8FA7-FD58-26A7-AABE77E96C54}"/>
              </a:ext>
            </a:extLst>
          </p:cNvPr>
          <p:cNvSpPr/>
          <p:nvPr/>
        </p:nvSpPr>
        <p:spPr>
          <a:xfrm>
            <a:off x="1880902" y="1205732"/>
            <a:ext cx="1655055" cy="39849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1D0C69-712B-08FC-0EB7-AAC227BCCF31}"/>
              </a:ext>
            </a:extLst>
          </p:cNvPr>
          <p:cNvSpPr txBox="1"/>
          <p:nvPr/>
        </p:nvSpPr>
        <p:spPr>
          <a:xfrm>
            <a:off x="1913467" y="1291355"/>
            <a:ext cx="171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Ingestion Layer</a:t>
            </a:r>
            <a:endParaRPr lang="en-GB" sz="1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B8BE37-5658-A386-72F4-A6144FBC362E}"/>
              </a:ext>
            </a:extLst>
          </p:cNvPr>
          <p:cNvSpPr txBox="1"/>
          <p:nvPr/>
        </p:nvSpPr>
        <p:spPr>
          <a:xfrm>
            <a:off x="69151" y="1300031"/>
            <a:ext cx="1543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Data Sources</a:t>
            </a:r>
          </a:p>
        </p:txBody>
      </p:sp>
      <p:pic>
        <p:nvPicPr>
          <p:cNvPr id="32" name="Picture 2" descr="Csv - ícones de arquivos e pastas grátis">
            <a:extLst>
              <a:ext uri="{FF2B5EF4-FFF2-40B4-BE49-F238E27FC236}">
                <a16:creationId xmlns:a16="http://schemas.microsoft.com/office/drawing/2014/main" id="{F3853187-52E3-D5DA-F5E0-7B0DA7DDC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1" y="1832403"/>
            <a:ext cx="1001058" cy="100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 descr="API Testing Demo Site - Code with MMAK">
            <a:extLst>
              <a:ext uri="{FF2B5EF4-FFF2-40B4-BE49-F238E27FC236}">
                <a16:creationId xmlns:a16="http://schemas.microsoft.com/office/drawing/2014/main" id="{89BBE356-7F5F-1B08-0D73-AE3B1355B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4" y="3460133"/>
            <a:ext cx="1229871" cy="99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22C22E6-7876-F749-475C-1FBC227DAD81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1497775" y="3198221"/>
            <a:ext cx="38312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9B741A-67B7-D1C8-466E-038AD784FFE1}"/>
              </a:ext>
            </a:extLst>
          </p:cNvPr>
          <p:cNvSpPr/>
          <p:nvPr/>
        </p:nvSpPr>
        <p:spPr>
          <a:xfrm>
            <a:off x="12010639" y="360492"/>
            <a:ext cx="2250949" cy="50567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B7B90F-B5D2-395E-34BB-D9424536A87C}"/>
              </a:ext>
            </a:extLst>
          </p:cNvPr>
          <p:cNvSpPr/>
          <p:nvPr/>
        </p:nvSpPr>
        <p:spPr>
          <a:xfrm>
            <a:off x="283369" y="6318000"/>
            <a:ext cx="13978219" cy="1218976"/>
          </a:xfrm>
          <a:prstGeom prst="round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1B902D9B-2B6A-EEE5-06BA-85E73E9B23FD}"/>
              </a:ext>
            </a:extLst>
          </p:cNvPr>
          <p:cNvSpPr/>
          <p:nvPr/>
        </p:nvSpPr>
        <p:spPr>
          <a:xfrm>
            <a:off x="4047207" y="267002"/>
            <a:ext cx="7769677" cy="4923708"/>
          </a:xfrm>
          <a:prstGeom prst="can">
            <a:avLst>
              <a:gd name="adj" fmla="val 11054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4EED3D2-28DD-23E1-F9E0-6F609157A234}"/>
              </a:ext>
            </a:extLst>
          </p:cNvPr>
          <p:cNvSpPr/>
          <p:nvPr/>
        </p:nvSpPr>
        <p:spPr>
          <a:xfrm>
            <a:off x="6327134" y="2637537"/>
            <a:ext cx="1320527" cy="167652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Silver Layer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492E9D6-E61C-C80D-8C1B-8BF8A9C49373}"/>
              </a:ext>
            </a:extLst>
          </p:cNvPr>
          <p:cNvSpPr/>
          <p:nvPr/>
        </p:nvSpPr>
        <p:spPr>
          <a:xfrm>
            <a:off x="7794626" y="2656275"/>
            <a:ext cx="1320527" cy="167966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Gold Layer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E26D024-0B78-FFE4-3423-F7F93FADE867}"/>
              </a:ext>
            </a:extLst>
          </p:cNvPr>
          <p:cNvSpPr/>
          <p:nvPr/>
        </p:nvSpPr>
        <p:spPr>
          <a:xfrm>
            <a:off x="4857901" y="2637538"/>
            <a:ext cx="1320527" cy="16765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en-GB" sz="1400" b="1" dirty="0">
              <a:solidFill>
                <a:schemeClr val="tx1"/>
              </a:solidFill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</a:rPr>
              <a:t>Bronze layer </a:t>
            </a:r>
            <a:r>
              <a:rPr lang="en-GB" sz="1000" dirty="0">
                <a:solidFill>
                  <a:schemeClr val="tx1"/>
                </a:solidFill>
              </a:rPr>
              <a:t>(Raw Data + backup)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6D1E434-45BC-5B2A-1434-07414F9F00CE}"/>
              </a:ext>
            </a:extLst>
          </p:cNvPr>
          <p:cNvSpPr/>
          <p:nvPr/>
        </p:nvSpPr>
        <p:spPr>
          <a:xfrm>
            <a:off x="4538438" y="1080183"/>
            <a:ext cx="4960986" cy="39068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6FFCF-E487-9AD8-3094-DF838DE05BDA}"/>
              </a:ext>
            </a:extLst>
          </p:cNvPr>
          <p:cNvSpPr txBox="1"/>
          <p:nvPr/>
        </p:nvSpPr>
        <p:spPr>
          <a:xfrm>
            <a:off x="7128312" y="328784"/>
            <a:ext cx="159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Storage Layer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D2FBC4-89F0-C034-C020-D3BFA4CA9940}"/>
              </a:ext>
            </a:extLst>
          </p:cNvPr>
          <p:cNvSpPr txBox="1"/>
          <p:nvPr/>
        </p:nvSpPr>
        <p:spPr>
          <a:xfrm>
            <a:off x="12507389" y="386843"/>
            <a:ext cx="1447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Serving Layer</a:t>
            </a:r>
          </a:p>
        </p:txBody>
      </p:sp>
      <p:pic>
        <p:nvPicPr>
          <p:cNvPr id="1025" name="Picture 10" descr="Apache Spark - Wikipedia">
            <a:extLst>
              <a:ext uri="{FF2B5EF4-FFF2-40B4-BE49-F238E27FC236}">
                <a16:creationId xmlns:a16="http://schemas.microsoft.com/office/drawing/2014/main" id="{D3C20D16-6FFF-2F5A-075B-3C70C633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563" y="4412358"/>
            <a:ext cx="883101" cy="45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C5C6E9BF-FE43-5CE3-02D5-9005C76F4F20}"/>
              </a:ext>
            </a:extLst>
          </p:cNvPr>
          <p:cNvSpPr/>
          <p:nvPr/>
        </p:nvSpPr>
        <p:spPr>
          <a:xfrm>
            <a:off x="10157072" y="2000983"/>
            <a:ext cx="1206209" cy="25916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70920E45-3C39-E076-AFAB-A143CB4E8814}"/>
              </a:ext>
            </a:extLst>
          </p:cNvPr>
          <p:cNvSpPr txBox="1"/>
          <p:nvPr/>
        </p:nvSpPr>
        <p:spPr>
          <a:xfrm>
            <a:off x="10263880" y="2006631"/>
            <a:ext cx="1140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Data Warehouse</a:t>
            </a:r>
          </a:p>
        </p:txBody>
      </p:sp>
      <p:cxnSp>
        <p:nvCxnSpPr>
          <p:cNvPr id="1092" name="Elbow Connector 1091">
            <a:extLst>
              <a:ext uri="{FF2B5EF4-FFF2-40B4-BE49-F238E27FC236}">
                <a16:creationId xmlns:a16="http://schemas.microsoft.com/office/drawing/2014/main" id="{592E51F0-2D9A-CA59-E7E7-E9CA1E5D314B}"/>
              </a:ext>
            </a:extLst>
          </p:cNvPr>
          <p:cNvCxnSpPr>
            <a:cxnSpLocks/>
            <a:stCxn id="1029" idx="3"/>
            <a:endCxn id="18" idx="1"/>
          </p:cNvCxnSpPr>
          <p:nvPr/>
        </p:nvCxnSpPr>
        <p:spPr>
          <a:xfrm>
            <a:off x="11363281" y="3296796"/>
            <a:ext cx="991124" cy="1049714"/>
          </a:xfrm>
          <a:prstGeom prst="bentConnector3">
            <a:avLst>
              <a:gd name="adj1" fmla="val 278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0B2A985C-AF84-E1F0-5B0B-FE3D1CDC850D}"/>
              </a:ext>
            </a:extLst>
          </p:cNvPr>
          <p:cNvSpPr txBox="1"/>
          <p:nvPr/>
        </p:nvSpPr>
        <p:spPr>
          <a:xfrm>
            <a:off x="4328629" y="6263064"/>
            <a:ext cx="129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Security</a:t>
            </a:r>
          </a:p>
        </p:txBody>
      </p:sp>
      <p:sp>
        <p:nvSpPr>
          <p:cNvPr id="1103" name="Right Brace 1102">
            <a:extLst>
              <a:ext uri="{FF2B5EF4-FFF2-40B4-BE49-F238E27FC236}">
                <a16:creationId xmlns:a16="http://schemas.microsoft.com/office/drawing/2014/main" id="{7DE54315-7372-6546-4C84-1903C1D2F1BF}"/>
              </a:ext>
            </a:extLst>
          </p:cNvPr>
          <p:cNvSpPr/>
          <p:nvPr/>
        </p:nvSpPr>
        <p:spPr>
          <a:xfrm rot="16200000">
            <a:off x="4672330" y="4055149"/>
            <a:ext cx="253352" cy="5132334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93B4B6B8-DD75-A4DD-C6D0-A7868F29FB41}"/>
              </a:ext>
            </a:extLst>
          </p:cNvPr>
          <p:cNvSpPr txBox="1"/>
          <p:nvPr/>
        </p:nvSpPr>
        <p:spPr>
          <a:xfrm>
            <a:off x="8795213" y="6300098"/>
            <a:ext cx="1065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Monitoring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F32475E-FB4C-9906-4C26-08A80417FC16}"/>
              </a:ext>
            </a:extLst>
          </p:cNvPr>
          <p:cNvSpPr txBox="1"/>
          <p:nvPr/>
        </p:nvSpPr>
        <p:spPr>
          <a:xfrm>
            <a:off x="11706817" y="6328545"/>
            <a:ext cx="1142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Ops control</a:t>
            </a: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FF5FDD33-7775-E625-71B4-8F63E661B62E}"/>
              </a:ext>
            </a:extLst>
          </p:cNvPr>
          <p:cNvSpPr/>
          <p:nvPr/>
        </p:nvSpPr>
        <p:spPr>
          <a:xfrm>
            <a:off x="69152" y="5457969"/>
            <a:ext cx="3244204" cy="7875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11" name="Picture 40" descr="Apache Airflow - Wikipedia">
            <a:extLst>
              <a:ext uri="{FF2B5EF4-FFF2-40B4-BE49-F238E27FC236}">
                <a16:creationId xmlns:a16="http://schemas.microsoft.com/office/drawing/2014/main" id="{2ED3F6E1-788B-A91D-B7C3-28E5CEB17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775" y="5524240"/>
            <a:ext cx="1695569" cy="65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9C07C4FD-762C-2383-D8A8-CE16E1A06B08}"/>
              </a:ext>
            </a:extLst>
          </p:cNvPr>
          <p:cNvSpPr txBox="1"/>
          <p:nvPr/>
        </p:nvSpPr>
        <p:spPr>
          <a:xfrm>
            <a:off x="73188" y="5675251"/>
            <a:ext cx="161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Orchestration</a:t>
            </a:r>
            <a:endParaRPr lang="en-GB" sz="1400" b="1" dirty="0"/>
          </a:p>
        </p:txBody>
      </p:sp>
      <p:pic>
        <p:nvPicPr>
          <p:cNvPr id="6" name="Picture 6" descr="How to Create S3 Bucket and Add Object in AWS Step by Step:-">
            <a:extLst>
              <a:ext uri="{FF2B5EF4-FFF2-40B4-BE49-F238E27FC236}">
                <a16:creationId xmlns:a16="http://schemas.microsoft.com/office/drawing/2014/main" id="{533183E3-711B-B102-F146-DB9BFA1DA8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1" t="14604" r="34972" b="14562"/>
          <a:stretch/>
        </p:blipFill>
        <p:spPr bwMode="auto">
          <a:xfrm>
            <a:off x="5233237" y="2631511"/>
            <a:ext cx="568101" cy="84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12693454-53EC-D31A-60DA-691B62103E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6" r="25918"/>
          <a:stretch/>
        </p:blipFill>
        <p:spPr bwMode="auto">
          <a:xfrm>
            <a:off x="12204286" y="1483415"/>
            <a:ext cx="649839" cy="74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ikit-learn - Wikipedia">
            <a:extLst>
              <a:ext uri="{FF2B5EF4-FFF2-40B4-BE49-F238E27FC236}">
                <a16:creationId xmlns:a16="http://schemas.microsoft.com/office/drawing/2014/main" id="{430E656A-1BFA-BAF0-7C5D-4259DADB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671" y="1480069"/>
            <a:ext cx="1153593" cy="62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Toric + Amazon Redshift | Data Integration">
            <a:extLst>
              <a:ext uri="{FF2B5EF4-FFF2-40B4-BE49-F238E27FC236}">
                <a16:creationId xmlns:a16="http://schemas.microsoft.com/office/drawing/2014/main" id="{53727C27-73D3-8FA8-AEEE-B55407F5D9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2227" r="5808" b="15369"/>
          <a:stretch/>
        </p:blipFill>
        <p:spPr bwMode="auto">
          <a:xfrm rot="16200000">
            <a:off x="9878396" y="3112435"/>
            <a:ext cx="1874164" cy="77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ight Brace 36">
            <a:extLst>
              <a:ext uri="{FF2B5EF4-FFF2-40B4-BE49-F238E27FC236}">
                <a16:creationId xmlns:a16="http://schemas.microsoft.com/office/drawing/2014/main" id="{1B1894A7-9467-4613-6FD0-87A720B5CAAE}"/>
              </a:ext>
            </a:extLst>
          </p:cNvPr>
          <p:cNvSpPr/>
          <p:nvPr/>
        </p:nvSpPr>
        <p:spPr>
          <a:xfrm rot="16200000">
            <a:off x="7576370" y="1064542"/>
            <a:ext cx="299106" cy="2778464"/>
          </a:xfrm>
          <a:prstGeom prst="rightBrace">
            <a:avLst>
              <a:gd name="adj1" fmla="val 88243"/>
              <a:gd name="adj2" fmla="val 4945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01A191-E7C3-F4E4-8C4A-C0B034471903}"/>
              </a:ext>
            </a:extLst>
          </p:cNvPr>
          <p:cNvSpPr txBox="1"/>
          <p:nvPr/>
        </p:nvSpPr>
        <p:spPr>
          <a:xfrm>
            <a:off x="7766796" y="1430095"/>
            <a:ext cx="722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OLTP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A98EA2-9DBC-A4A1-D0BD-501A83869153}"/>
              </a:ext>
            </a:extLst>
          </p:cNvPr>
          <p:cNvSpPr txBox="1"/>
          <p:nvPr/>
        </p:nvSpPr>
        <p:spPr>
          <a:xfrm>
            <a:off x="12182077" y="3485775"/>
            <a:ext cx="203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Analytics/Visualization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A81613-CD65-AEE1-4759-F06D607F7FC3}"/>
              </a:ext>
            </a:extLst>
          </p:cNvPr>
          <p:cNvSpPr txBox="1"/>
          <p:nvPr/>
        </p:nvSpPr>
        <p:spPr>
          <a:xfrm>
            <a:off x="12530957" y="1006501"/>
            <a:ext cx="1372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Exploration/ML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B82ED1B-844B-FD7D-73CD-AD1853C717F4}"/>
              </a:ext>
            </a:extLst>
          </p:cNvPr>
          <p:cNvSpPr/>
          <p:nvPr/>
        </p:nvSpPr>
        <p:spPr>
          <a:xfrm>
            <a:off x="12121907" y="3351175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745269E-F529-D594-B02F-869952761EBB}"/>
              </a:ext>
            </a:extLst>
          </p:cNvPr>
          <p:cNvSpPr/>
          <p:nvPr/>
        </p:nvSpPr>
        <p:spPr>
          <a:xfrm>
            <a:off x="12143448" y="943696"/>
            <a:ext cx="2018864" cy="173470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2" descr="What is Docker? | AWS">
            <a:extLst>
              <a:ext uri="{FF2B5EF4-FFF2-40B4-BE49-F238E27FC236}">
                <a16:creationId xmlns:a16="http://schemas.microsoft.com/office/drawing/2014/main" id="{E1C7CD37-50A8-C078-326B-B9476D2CDF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9" r="26141"/>
          <a:stretch/>
        </p:blipFill>
        <p:spPr bwMode="auto">
          <a:xfrm>
            <a:off x="5517287" y="5518919"/>
            <a:ext cx="599759" cy="57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A4521157-F371-5F10-FE7F-E38FD9D608E3}"/>
              </a:ext>
            </a:extLst>
          </p:cNvPr>
          <p:cNvCxnSpPr>
            <a:cxnSpLocks/>
            <a:stCxn id="22" idx="3"/>
            <a:endCxn id="1029" idx="1"/>
          </p:cNvCxnSpPr>
          <p:nvPr/>
        </p:nvCxnSpPr>
        <p:spPr>
          <a:xfrm>
            <a:off x="9499424" y="3033627"/>
            <a:ext cx="657648" cy="26316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4" name="Picture 4" descr="Get to Know AWS Identity and Access Management | Salesforce Trailhead">
            <a:extLst>
              <a:ext uri="{FF2B5EF4-FFF2-40B4-BE49-F238E27FC236}">
                <a16:creationId xmlns:a16="http://schemas.microsoft.com/office/drawing/2014/main" id="{DC7C8257-5ABD-5E04-B899-69D5B815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639" y="6664522"/>
            <a:ext cx="693286" cy="8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6" descr="AWS – Key Management Service aka AWS – KMS">
            <a:extLst>
              <a:ext uri="{FF2B5EF4-FFF2-40B4-BE49-F238E27FC236}">
                <a16:creationId xmlns:a16="http://schemas.microsoft.com/office/drawing/2014/main" id="{4160C685-6BEC-0BA1-E082-D5F2AAD19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40" y="6682790"/>
            <a:ext cx="1061899" cy="81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8" descr="Amazon cloudwatch logo - Ícones Social media e Logos">
            <a:extLst>
              <a:ext uri="{FF2B5EF4-FFF2-40B4-BE49-F238E27FC236}">
                <a16:creationId xmlns:a16="http://schemas.microsoft.com/office/drawing/2014/main" id="{0E5F5E66-3CBF-5315-201C-B20B9A366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150" y="6644886"/>
            <a:ext cx="1749166" cy="87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10" descr="Saving time and effort with AWS OpsWorks, definition and alternatives - R&amp;D  Solutions">
            <a:extLst>
              <a:ext uri="{FF2B5EF4-FFF2-40B4-BE49-F238E27FC236}">
                <a16:creationId xmlns:a16="http://schemas.microsoft.com/office/drawing/2014/main" id="{E45B63C5-63AB-B41A-67F0-AB61A98A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61" y="6652943"/>
            <a:ext cx="2167563" cy="78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paring RDS vs EC2 for PostgreSQL DB | by Kartik Rokde | Aubergine  Solutions | Medium">
            <a:extLst>
              <a:ext uri="{FF2B5EF4-FFF2-40B4-BE49-F238E27FC236}">
                <a16:creationId xmlns:a16="http://schemas.microsoft.com/office/drawing/2014/main" id="{08F153F5-CE82-8780-563C-A5AD4C544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354" y="1163532"/>
            <a:ext cx="1723124" cy="110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VPC | AWS Cheat Sheet">
            <a:extLst>
              <a:ext uri="{FF2B5EF4-FFF2-40B4-BE49-F238E27FC236}">
                <a16:creationId xmlns:a16="http://schemas.microsoft.com/office/drawing/2014/main" id="{59532E97-FF8B-F916-4C00-568D1AC2F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2" t="19811" r="15839" b="19562"/>
          <a:stretch/>
        </p:blipFill>
        <p:spPr bwMode="auto">
          <a:xfrm>
            <a:off x="5350463" y="6661979"/>
            <a:ext cx="1855347" cy="84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02A482-39E8-0929-8C31-816554649B8F}"/>
              </a:ext>
            </a:extLst>
          </p:cNvPr>
          <p:cNvSpPr txBox="1"/>
          <p:nvPr/>
        </p:nvSpPr>
        <p:spPr>
          <a:xfrm>
            <a:off x="-11877" y="-2429"/>
            <a:ext cx="296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Batch Architecture</a:t>
            </a:r>
          </a:p>
        </p:txBody>
      </p:sp>
      <p:pic>
        <p:nvPicPr>
          <p:cNvPr id="18" name="Picture 4" descr="Tableau Logo — How to Optimize it, Pick the right one, Avoid lawsuits.Need  help Finding the Tableau Logo Correctly? That's where this blog comes into  play. | by Tyler | Medium">
            <a:extLst>
              <a:ext uri="{FF2B5EF4-FFF2-40B4-BE49-F238E27FC236}">
                <a16:creationId xmlns:a16="http://schemas.microsoft.com/office/drawing/2014/main" id="{FA6553F9-DF61-B8DB-2261-578C307D0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5" y="4043505"/>
            <a:ext cx="1613476" cy="6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514EFC8-0CE5-9438-76A4-17EC1E92B911}"/>
              </a:ext>
            </a:extLst>
          </p:cNvPr>
          <p:cNvCxnSpPr>
            <a:cxnSpLocks/>
            <a:stCxn id="15" idx="3"/>
            <a:endCxn id="51" idx="1"/>
          </p:cNvCxnSpPr>
          <p:nvPr/>
        </p:nvCxnSpPr>
        <p:spPr>
          <a:xfrm flipV="1">
            <a:off x="9115153" y="1811051"/>
            <a:ext cx="3028295" cy="1685056"/>
          </a:xfrm>
          <a:prstGeom prst="bentConnector3">
            <a:avLst>
              <a:gd name="adj1" fmla="val 595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8A69563-CF6C-703C-CEAE-8C752ED8F923}"/>
              </a:ext>
            </a:extLst>
          </p:cNvPr>
          <p:cNvCxnSpPr>
            <a:cxnSpLocks/>
            <a:stCxn id="28" idx="3"/>
            <a:endCxn id="11" idx="2"/>
          </p:cNvCxnSpPr>
          <p:nvPr/>
        </p:nvCxnSpPr>
        <p:spPr>
          <a:xfrm flipV="1">
            <a:off x="3535957" y="2728856"/>
            <a:ext cx="511250" cy="4693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58C6386D-A0E8-38F2-F15E-1157D5C6538F}"/>
              </a:ext>
            </a:extLst>
          </p:cNvPr>
          <p:cNvCxnSpPr>
            <a:cxnSpLocks/>
            <a:endCxn id="1025" idx="1"/>
          </p:cNvCxnSpPr>
          <p:nvPr/>
        </p:nvCxnSpPr>
        <p:spPr>
          <a:xfrm flipV="1">
            <a:off x="4857901" y="4641625"/>
            <a:ext cx="1686662" cy="789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432AFB83-66D2-267D-609F-9C186C8CE8AB}"/>
              </a:ext>
            </a:extLst>
          </p:cNvPr>
          <p:cNvCxnSpPr>
            <a:cxnSpLocks/>
            <a:stCxn id="1025" idx="3"/>
          </p:cNvCxnSpPr>
          <p:nvPr/>
        </p:nvCxnSpPr>
        <p:spPr>
          <a:xfrm>
            <a:off x="7427664" y="4641625"/>
            <a:ext cx="1686662" cy="21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50DDE9-126E-013A-EB6D-2205456D72F6}"/>
              </a:ext>
            </a:extLst>
          </p:cNvPr>
          <p:cNvSpPr txBox="1"/>
          <p:nvPr/>
        </p:nvSpPr>
        <p:spPr>
          <a:xfrm>
            <a:off x="3535957" y="5661158"/>
            <a:ext cx="1814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Containerization</a:t>
            </a:r>
            <a:endParaRPr lang="en-GB" sz="1400" b="1" dirty="0"/>
          </a:p>
        </p:txBody>
      </p:sp>
      <p:pic>
        <p:nvPicPr>
          <p:cNvPr id="1067" name="Picture 2" descr="Programming with Python">
            <a:extLst>
              <a:ext uri="{FF2B5EF4-FFF2-40B4-BE49-F238E27FC236}">
                <a16:creationId xmlns:a16="http://schemas.microsoft.com/office/drawing/2014/main" id="{46B4FCCE-1667-DAAE-322C-E2686051DE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0600"/>
          <a:stretch/>
        </p:blipFill>
        <p:spPr bwMode="auto">
          <a:xfrm>
            <a:off x="1949297" y="2308623"/>
            <a:ext cx="1506878" cy="158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9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12477</TotalTime>
  <Words>310</Words>
  <Application>Microsoft Macintosh PowerPoint</Application>
  <PresentationFormat>Custom</PresentationFormat>
  <Paragraphs>127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Amazon Ember</vt:lpstr>
      <vt:lpstr>Aptos</vt:lpstr>
      <vt:lpstr>Aptos Display</vt:lpstr>
      <vt:lpstr>Arial</vt:lpstr>
      <vt:lpstr>Office Theme</vt:lpstr>
      <vt:lpstr>Pós-graduação    Big Data  &amp;  Decision Making   23/24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Pós-graduação    Big Data  &amp;  Decision Making   23/24</vt:lpstr>
      <vt:lpstr>AI SP-500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TIAGO REIS</dc:creator>
  <cp:lastModifiedBy>TIAGO REIS</cp:lastModifiedBy>
  <cp:revision>318</cp:revision>
  <dcterms:created xsi:type="dcterms:W3CDTF">2024-04-22T16:34:24Z</dcterms:created>
  <dcterms:modified xsi:type="dcterms:W3CDTF">2025-11-15T15:10:52Z</dcterms:modified>
</cp:coreProperties>
</file>